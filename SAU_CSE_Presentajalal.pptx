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b217f75d1c4153" /><Relationship Type="http://schemas.openxmlformats.org/officeDocument/2006/relationships/extended-properties" Target="/docProps/app.xml" Id="Re7431cd657d544ed" /><Relationship Type="http://schemas.openxmlformats.org/officeDocument/2006/relationships/officeDocument" Target="/ppt/presentation.xml" Id="Rac2aec55d29d405b" /></Relationships>
</file>

<file path=ppt/presentation.xml><?xml version="1.0" encoding="utf-8"?>
<p:presentation xmlns:p="http://schemas.openxmlformats.org/presentationml/2006/main">
  <p:sldMasterIdLst>
    <p:sldMasterId xmlns:r="http://schemas.openxmlformats.org/officeDocument/2006/relationships" id="2147483648" r:id="R1e04fc6907144236"/>
  </p:sldMasterIdLst>
  <p:notesMasterIdLst>
    <p:notesMasterId xmlns:r="http://schemas.openxmlformats.org/officeDocument/2006/relationships" r:id="R314f1d6d83184b0d"/>
  </p:notesMasterIdLst>
  <p:sldIdLst>
    <p:sldId xmlns:r="http://schemas.openxmlformats.org/officeDocument/2006/relationships" id="256" r:id="Rd35d565f0f474a00"/>
    <p:sldId xmlns:r="http://schemas.openxmlformats.org/officeDocument/2006/relationships" id="257" r:id="R136aa37db47d4743"/>
    <p:sldId xmlns:r="http://schemas.openxmlformats.org/officeDocument/2006/relationships" id="258" r:id="R75419aceff1c4270"/>
    <p:sldId xmlns:r="http://schemas.openxmlformats.org/officeDocument/2006/relationships" id="259" r:id="R2c1765adac6f4bf4"/>
    <p:sldId xmlns:r="http://schemas.openxmlformats.org/officeDocument/2006/relationships" id="260" r:id="Rb63c2931c5bc4b33"/>
    <p:sldId xmlns:r="http://schemas.openxmlformats.org/officeDocument/2006/relationships" id="261" r:id="Rb3dad2d6b4e84d71"/>
    <p:sldId xmlns:r="http://schemas.openxmlformats.org/officeDocument/2006/relationships" id="262" r:id="Ra4d36d30926a4417"/>
    <p:sldId xmlns:r="http://schemas.openxmlformats.org/officeDocument/2006/relationships" id="263" r:id="Ra260888f75cf4c35"/>
    <p:sldId xmlns:r="http://schemas.openxmlformats.org/officeDocument/2006/relationships" id="264" r:id="Rbec429038089459c"/>
    <p:sldId xmlns:r="http://schemas.openxmlformats.org/officeDocument/2006/relationships" id="265" r:id="R83a78486bbc3427d"/>
    <p:sldId xmlns:r="http://schemas.openxmlformats.org/officeDocument/2006/relationships" id="266" r:id="R67a33d99f9e242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87b32d18704fca" /><Relationship Type="http://schemas.openxmlformats.org/officeDocument/2006/relationships/slideMaster" Target="/ppt/slideMasters/slideMaster1.xml" Id="R1e04fc6907144236" /><Relationship Type="http://schemas.openxmlformats.org/officeDocument/2006/relationships/notesMaster" Target="/ppt/notesMasters/notesMaster1.xml" Id="R314f1d6d83184b0d" /><Relationship Type="http://schemas.openxmlformats.org/officeDocument/2006/relationships/presProps" Target="/ppt/presProps.xml" Id="R7af7e59ad83a4c5d" /><Relationship Type="http://schemas.openxmlformats.org/officeDocument/2006/relationships/tableStyles" Target="/ppt/tableStyles.xml" Id="Rdc46e29feb86441a" /><Relationship Type="http://schemas.openxmlformats.org/officeDocument/2006/relationships/slide" Target="/ppt/slides/slide1.xml" Id="Rd35d565f0f474a00" /><Relationship Type="http://schemas.openxmlformats.org/officeDocument/2006/relationships/slide" Target="/ppt/slides/slide2.xml" Id="R136aa37db47d4743" /><Relationship Type="http://schemas.openxmlformats.org/officeDocument/2006/relationships/slide" Target="/ppt/slides/slide3.xml" Id="R75419aceff1c4270" /><Relationship Type="http://schemas.openxmlformats.org/officeDocument/2006/relationships/slide" Target="/ppt/slides/slide4.xml" Id="R2c1765adac6f4bf4" /><Relationship Type="http://schemas.openxmlformats.org/officeDocument/2006/relationships/slide" Target="/ppt/slides/slide5.xml" Id="Rb63c2931c5bc4b33" /><Relationship Type="http://schemas.openxmlformats.org/officeDocument/2006/relationships/slide" Target="/ppt/slides/slide6.xml" Id="Rb3dad2d6b4e84d71" /><Relationship Type="http://schemas.openxmlformats.org/officeDocument/2006/relationships/slide" Target="/ppt/slides/slide7.xml" Id="Ra4d36d30926a4417" /><Relationship Type="http://schemas.openxmlformats.org/officeDocument/2006/relationships/slide" Target="/ppt/slides/slide8.xml" Id="Ra260888f75cf4c35" /><Relationship Type="http://schemas.openxmlformats.org/officeDocument/2006/relationships/slide" Target="/ppt/slides/slide9.xml" Id="Rbec429038089459c" /><Relationship Type="http://schemas.openxmlformats.org/officeDocument/2006/relationships/slide" Target="/ppt/slides/slide10.xml" Id="R83a78486bbc3427d" /><Relationship Type="http://schemas.openxmlformats.org/officeDocument/2006/relationships/slide" Target="/ppt/slides/slide11.xml" Id="R67a33d99f9e242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c1a25d642b48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24f551ef314891" /><Relationship Type="http://schemas.openxmlformats.org/officeDocument/2006/relationships/notesMaster" Target="/ppt/notesMasters/notesMaster1.xml" Id="R11b23396437449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2fd4d733f34034" /><Relationship Type="http://schemas.openxmlformats.org/officeDocument/2006/relationships/notesMaster" Target="/ppt/notesMasters/notesMaster1.xml" Id="R1043923da28e4e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5fecefdf3c4fb2" /><Relationship Type="http://schemas.openxmlformats.org/officeDocument/2006/relationships/notesMaster" Target="/ppt/notesMasters/notesMaster1.xml" Id="Rc756514016ff4c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ee3394ee874cc3" /><Relationship Type="http://schemas.openxmlformats.org/officeDocument/2006/relationships/notesMaster" Target="/ppt/notesMasters/notesMaster1.xml" Id="Ra54ff653ba2941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30cbd8eed14ce9" /><Relationship Type="http://schemas.openxmlformats.org/officeDocument/2006/relationships/notesMaster" Target="/ppt/notesMasters/notesMaster1.xml" Id="R8adc605f480741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95811c8a4a4abc" /><Relationship Type="http://schemas.openxmlformats.org/officeDocument/2006/relationships/notesMaster" Target="/ppt/notesMasters/notesMaster1.xml" Id="R501a6a9161c14a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a8fd9bc9024247" /><Relationship Type="http://schemas.openxmlformats.org/officeDocument/2006/relationships/notesMaster" Target="/ppt/notesMasters/notesMaster1.xml" Id="Re66795f8a75c46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ecc80e0f3d4894" /><Relationship Type="http://schemas.openxmlformats.org/officeDocument/2006/relationships/notesMaster" Target="/ppt/notesMasters/notesMaster1.xml" Id="R45c8ef684f8d40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7bd52e76ff4f61" /><Relationship Type="http://schemas.openxmlformats.org/officeDocument/2006/relationships/notesMaster" Target="/ppt/notesMasters/notesMaster1.xml" Id="R7bd8271c501446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84780ab1184326" /><Relationship Type="http://schemas.openxmlformats.org/officeDocument/2006/relationships/notesMaster" Target="/ppt/notesMasters/notesMaster1.xml" Id="R141962a11a0741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d1b3245ca74528" /><Relationship Type="http://schemas.openxmlformats.org/officeDocument/2006/relationships/notesMaster" Target="/ppt/notesMasters/notesMaster1.xml" Id="R74d489f0438245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Our project is a website for the Department of Computer Science and Engineering at South Asian University. Today I will present the homepage that we have built and our plan to make the website dynamic.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and visitors need an easy way to find department information. Our project focuses on clearer organisation and easier content updates. In the current prototype, we must edit HTML to change a notice. We plan to solve that with an admin panel. We are not claiming that the existing official website has no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objectives are to create an easy-to-use homepage, organise the main department sections, support different screen sizes and later connect the website to a database. These are project goals, and backend work is still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covers department information and content management. We have built only the homepage so far. The full plan includes separate content pages and an administration panel. Admissions processing, payments and examination management are outside our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homepage has navigation links, programme cards, research information, sample notices and links to official resources. Planned functions include administrator login and the ability to add, edit or delete content. The notices shown today are examples, not live announcements.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 gives the website its structure. CSS controls the colours, spacing and layout. Flexbox places elements side by side. A media query stacks the layout on smaller screens. We do not use Bootstrap or JavaScript in the current homepage. PHP and MySQL are planned for the dynamic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actual homepage screenshot. It shows the SAU logo, the department name, navigation and quick links. These links move visitors to sections of the page. The screenshot shows the desktop layout. Source: user-supplied Screenshot 2026-10-25 215313.png and index(3).html.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programme section groups study options into undergraduate, postgraduate and doctoral categories. CSS Flexbox arranges the cards in a row. The CSS contains a media query to stack them on smaller screens. The links currently open the official department page. Source: user-supplied Screenshot 2026-10-25 215328.png and style(2).css.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shows research areas, sample announcements and the resources panel. All content is currently written in HTML. The notice board is demonstration content. We plan to fetch published notices from MySQL after adding PHP. Source: user-supplied Screenshot 2026-10-25 215350.png.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four-week plan starting after the progress presentation. We will adjust it to the deadline given by our teacher. First we will finish content pages and design the database. Then we will build the admin login and content management. Finally, we will test and prepare the final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our current deliverable is an HTML and CSS homepage. It provides a clear starting point for department information. Our next task is to develop the backend so an administrator can update content without editing HTML. Thank you. I am happy to answer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0a9529d26042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895844338c40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8d13b5214742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78c7ddfbe345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5211caaf714f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1c1f36772d41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94BCF1-C6E3-4F28-8C84-1BF397F8E3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2BDEA5-410B-485E-8AD8-1F0D2221B0D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4C57C1-8F7F-40BE-974D-1A69E375D64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DFF238-EB15-4CF5-B6A5-DF10CA910F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9C593A-AECD-486E-B104-504E3D84ED0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25DA2A-E841-414E-B3A7-29BB2451C8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364137-14FA-4870-88FA-E82739A73B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7A7090-42A7-46E9-86B4-7E6F7FA3BD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2BC707-CA46-4E74-ACC2-6AEFE2887A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06795E-4F92-4C0B-831B-FD9667483C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23cf2cfe914649" /><Relationship Type="http://schemas.openxmlformats.org/officeDocument/2006/relationships/slideLayout" Target="/ppt/slideLayouts/slideLayout1.xml" Id="R83fafee5929b47d7" /><Relationship Type="http://schemas.openxmlformats.org/officeDocument/2006/relationships/slideLayout" Target="/ppt/slideLayouts/slideLayout2.xml" Id="Rc379653c29084551" /><Relationship Type="http://schemas.openxmlformats.org/officeDocument/2006/relationships/slideLayout" Target="/ppt/slideLayouts/slideLayout3.xml" Id="R927ab774dd5243c8" /><Relationship Type="http://schemas.openxmlformats.org/officeDocument/2006/relationships/slideLayout" Target="/ppt/slideLayouts/slideLayout4.xml" Id="Re7f83b64adac40d4" /><Relationship Type="http://schemas.openxmlformats.org/officeDocument/2006/relationships/slideLayout" Target="/ppt/slideLayouts/slideLayout5.xml" Id="R48a86f01caec4c81" /><Relationship Type="http://schemas.openxmlformats.org/officeDocument/2006/relationships/slideLayout" Target="/ppt/slideLayouts/slideLayout6.xml" Id="R87d658071bb746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fafee5929b47d7"/>
    <p:sldLayoutId xmlns:r="http://schemas.openxmlformats.org/officeDocument/2006/relationships" id="2147483650" r:id="Rc379653c29084551"/>
    <p:sldLayoutId xmlns:r="http://schemas.openxmlformats.org/officeDocument/2006/relationships" id="2147483651" r:id="R927ab774dd5243c8"/>
    <p:sldLayoutId xmlns:r="http://schemas.openxmlformats.org/officeDocument/2006/relationships" id="2147483652" r:id="Re7f83b64adac40d4"/>
    <p:sldLayoutId xmlns:r="http://schemas.openxmlformats.org/officeDocument/2006/relationships" id="2147483653" r:id="R48a86f01caec4c81"/>
    <p:sldLayoutId xmlns:r="http://schemas.openxmlformats.org/officeDocument/2006/relationships" id="2147483654" r:id="R87d658071bb746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7a1b08b8e14928" /><Relationship Type="http://schemas.openxmlformats.org/officeDocument/2006/relationships/image" Target="/ppt/media/image.png" Id="Rfeecfac4371e4dc6" /><Relationship Type="http://schemas.openxmlformats.org/officeDocument/2006/relationships/notesSlide" Target="/ppt/notesSlides/notesSlide1.xml" Id="R071b3e8e56d844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84f19d2cb34e5a" /><Relationship Type="http://schemas.openxmlformats.org/officeDocument/2006/relationships/notesSlide" Target="/ppt/notesSlides/notesSlide2.xml" Id="R4367afaf41eb47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5c8c2c9cf74639" /><Relationship Type="http://schemas.openxmlformats.org/officeDocument/2006/relationships/notesSlide" Target="/ppt/notesSlides/notesSlide3.xml" Id="Rc23c8fe9096246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33634aaab0a45e8" /><Relationship Type="http://schemas.openxmlformats.org/officeDocument/2006/relationships/notesSlide" Target="/ppt/notesSlides/notesSlide4.xml" Id="R3905417272ef43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4d78b6f0484d17" /><Relationship Type="http://schemas.openxmlformats.org/officeDocument/2006/relationships/notesSlide" Target="/ppt/notesSlides/notesSlide5.xml" Id="R936c87bb872b46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7879d8521042d0" /><Relationship Type="http://schemas.openxmlformats.org/officeDocument/2006/relationships/notesSlide" Target="/ppt/notesSlides/notesSlide6.xml" Id="Ra255edf8ad4647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d96dc14d8b84b8b" /><Relationship Type="http://schemas.openxmlformats.org/officeDocument/2006/relationships/image" Target="/ppt/media/image2.png" Id="R9a205c0e17a747c7" /><Relationship Type="http://schemas.openxmlformats.org/officeDocument/2006/relationships/notesSlide" Target="/ppt/notesSlides/notesSlide7.xml" Id="R926f0832d73145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2b662ae01b94871" /><Relationship Type="http://schemas.openxmlformats.org/officeDocument/2006/relationships/image" Target="/ppt/media/image3.png" Id="R754b380189c244a8" /><Relationship Type="http://schemas.openxmlformats.org/officeDocument/2006/relationships/notesSlide" Target="/ppt/notesSlides/notesSlide8.xml" Id="Rc44f61a67e9a40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238f17ef9e487e" /><Relationship Type="http://schemas.openxmlformats.org/officeDocument/2006/relationships/image" Target="/ppt/media/image4.png" Id="Rd8af00f5b7e74d9f" /><Relationship Type="http://schemas.openxmlformats.org/officeDocument/2006/relationships/notesSlide" Target="/ppt/notesSlides/notesSlide9.xml" Id="R59281a070fc048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ab3559f19e54bcd" /><Relationship Type="http://schemas.openxmlformats.org/officeDocument/2006/relationships/notesSlide" Target="/ppt/notesSlides/notesSlide10.xml" Id="Rf0c20877463443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1d0f777a3574905" /><Relationship Type="http://schemas.openxmlformats.org/officeDocument/2006/relationships/notesSlide" Target="/ppt/notesSlides/notesSlide11.xml" Id="Rad9fe8e729e045ed" /></Relationships>
</file>

<file path=ppt/slides/slide1.xml><?xml version="1.0" encoding="utf-8"?>
<p:sld xmlns:p="http://schemas.openxmlformats.org/presentationml/2006/main">
  <p:cSld>
    <p:bg>
      <p:bgPr>
        <a:solidFill xmlns:a="http://schemas.openxmlformats.org/drawingml/2006/main">
          <a:srgbClr val="F3F6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A26ED75-1B45-4C8D-AF90-AE51EA71D8DF}"/>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244B96"/>
                </a:solidFill>
                <a:latin typeface="DejaVu Sans"/>
                <a:ea typeface="DejaVu Sans"/>
                <a:cs typeface="DejaVu Sans"/>
              </a:defRPr>
            </a:defPPr>
            <a:lvl1pPr>
              <a:defRPr sz="975" b="1">
                <a:solidFill>
                  <a:srgbClr val="244B96"/>
                </a:solidFill>
                <a:latin typeface="DejaVu Sans"/>
                <a:ea typeface="DejaVu Sans"/>
                <a:cs typeface="DejaVu Sans"/>
              </a:defRPr>
            </a:lvl1pPr>
            <a:lvl2pPr>
              <a:defRPr sz="975" b="1">
                <a:solidFill>
                  <a:srgbClr val="244B96"/>
                </a:solidFill>
                <a:latin typeface="DejaVu Sans"/>
                <a:ea typeface="DejaVu Sans"/>
                <a:cs typeface="DejaVu Sans"/>
              </a:defRPr>
            </a:lvl2pPr>
            <a:lvl3pPr>
              <a:defRPr sz="975" b="1">
                <a:solidFill>
                  <a:srgbClr val="244B96"/>
                </a:solidFill>
                <a:latin typeface="DejaVu Sans"/>
                <a:ea typeface="DejaVu Sans"/>
                <a:cs typeface="DejaVu Sans"/>
              </a:defRPr>
            </a:lvl3pPr>
            <a:lvl4pPr>
              <a:defRPr sz="975" b="1">
                <a:solidFill>
                  <a:srgbClr val="244B96"/>
                </a:solidFill>
                <a:latin typeface="DejaVu Sans"/>
                <a:ea typeface="DejaVu Sans"/>
                <a:cs typeface="DejaVu Sans"/>
              </a:defRPr>
            </a:lvl4pPr>
            <a:lvl5pPr>
              <a:defRPr sz="975" b="1">
                <a:solidFill>
                  <a:srgbClr val="244B96"/>
                </a:solidFill>
                <a:latin typeface="DejaVu Sans"/>
                <a:ea typeface="DejaVu Sans"/>
                <a:cs typeface="DejaVu Sans"/>
              </a:defRPr>
            </a:lvl5pPr>
            <a:lvl6pPr>
              <a:defRPr sz="975" b="1">
                <a:solidFill>
                  <a:srgbClr val="244B96"/>
                </a:solidFill>
                <a:latin typeface="DejaVu Sans"/>
                <a:ea typeface="DejaVu Sans"/>
                <a:cs typeface="DejaVu Sans"/>
              </a:defRPr>
            </a:lvl6pPr>
            <a:lvl7pPr>
              <a:defRPr sz="975" b="1">
                <a:solidFill>
                  <a:srgbClr val="244B96"/>
                </a:solidFill>
                <a:latin typeface="DejaVu Sans"/>
                <a:ea typeface="DejaVu Sans"/>
                <a:cs typeface="DejaVu Sans"/>
              </a:defRPr>
            </a:lvl7pPr>
            <a:lvl8pPr>
              <a:defRPr sz="975" b="1">
                <a:solidFill>
                  <a:srgbClr val="244B96"/>
                </a:solidFill>
                <a:latin typeface="DejaVu Sans"/>
                <a:ea typeface="DejaVu Sans"/>
                <a:cs typeface="DejaVu Sans"/>
              </a:defRPr>
            </a:lvl8pPr>
            <a:lvl9pPr>
              <a:defRPr sz="975" b="1">
                <a:solidFill>
                  <a:srgbClr val="244B96"/>
                </a:solidFill>
                <a:latin typeface="DejaVu Sans"/>
                <a:ea typeface="DejaVu Sans"/>
                <a:cs typeface="DejaVu Sans"/>
              </a:defRPr>
            </a:lvl9pPr>
          </a:lstStyle>
          <a:p xmlns:a="http://schemas.openxmlformats.org/drawingml/2006/main">
            <a:pPr>
              <a:defRPr sz="975" b="1">
                <a:solidFill>
                  <a:srgbClr val="244B96"/>
                </a:solidFill>
                <a:latin typeface="DejaVu Sans"/>
                <a:ea typeface="DejaVu Sans"/>
                <a:cs typeface="DejaVu Sans"/>
              </a:defRPr>
            </a:pPr>
            <a:r>
              <a:rPr sz="975" b="1">
                <a:solidFill>
                  <a:srgbClr val="244B96"/>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4497C72D-E996-48B7-A722-2C2EADDFFF69}"/>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42B58"/>
                </a:solidFill>
                <a:latin typeface="DejaVu Sans"/>
                <a:ea typeface="DejaVu Sans"/>
                <a:cs typeface="DejaVu Sans"/>
              </a:defRPr>
            </a:defPPr>
            <a:lvl1pPr>
              <a:defRPr sz="3450" b="1">
                <a:solidFill>
                  <a:srgbClr val="142B58"/>
                </a:solidFill>
                <a:latin typeface="DejaVu Sans"/>
                <a:ea typeface="DejaVu Sans"/>
                <a:cs typeface="DejaVu Sans"/>
              </a:defRPr>
            </a:lvl1pPr>
            <a:lvl2pPr>
              <a:defRPr sz="3450" b="1">
                <a:solidFill>
                  <a:srgbClr val="142B58"/>
                </a:solidFill>
                <a:latin typeface="DejaVu Sans"/>
                <a:ea typeface="DejaVu Sans"/>
                <a:cs typeface="DejaVu Sans"/>
              </a:defRPr>
            </a:lvl2pPr>
            <a:lvl3pPr>
              <a:defRPr sz="3450" b="1">
                <a:solidFill>
                  <a:srgbClr val="142B58"/>
                </a:solidFill>
                <a:latin typeface="DejaVu Sans"/>
                <a:ea typeface="DejaVu Sans"/>
                <a:cs typeface="DejaVu Sans"/>
              </a:defRPr>
            </a:lvl3pPr>
            <a:lvl4pPr>
              <a:defRPr sz="3450" b="1">
                <a:solidFill>
                  <a:srgbClr val="142B58"/>
                </a:solidFill>
                <a:latin typeface="DejaVu Sans"/>
                <a:ea typeface="DejaVu Sans"/>
                <a:cs typeface="DejaVu Sans"/>
              </a:defRPr>
            </a:lvl4pPr>
            <a:lvl5pPr>
              <a:defRPr sz="3450" b="1">
                <a:solidFill>
                  <a:srgbClr val="142B58"/>
                </a:solidFill>
                <a:latin typeface="DejaVu Sans"/>
                <a:ea typeface="DejaVu Sans"/>
                <a:cs typeface="DejaVu Sans"/>
              </a:defRPr>
            </a:lvl5pPr>
            <a:lvl6pPr>
              <a:defRPr sz="3450" b="1">
                <a:solidFill>
                  <a:srgbClr val="142B58"/>
                </a:solidFill>
                <a:latin typeface="DejaVu Sans"/>
                <a:ea typeface="DejaVu Sans"/>
                <a:cs typeface="DejaVu Sans"/>
              </a:defRPr>
            </a:lvl6pPr>
            <a:lvl7pPr>
              <a:defRPr sz="3450" b="1">
                <a:solidFill>
                  <a:srgbClr val="142B58"/>
                </a:solidFill>
                <a:latin typeface="DejaVu Sans"/>
                <a:ea typeface="DejaVu Sans"/>
                <a:cs typeface="DejaVu Sans"/>
              </a:defRPr>
            </a:lvl7pPr>
            <a:lvl8pPr>
              <a:defRPr sz="3450" b="1">
                <a:solidFill>
                  <a:srgbClr val="142B58"/>
                </a:solidFill>
                <a:latin typeface="DejaVu Sans"/>
                <a:ea typeface="DejaVu Sans"/>
                <a:cs typeface="DejaVu Sans"/>
              </a:defRPr>
            </a:lvl8pPr>
            <a:lvl9pPr>
              <a:defRPr sz="3450" b="1">
                <a:solidFill>
                  <a:srgbClr val="142B58"/>
                </a:solidFill>
                <a:latin typeface="DejaVu Sans"/>
                <a:ea typeface="DejaVu Sans"/>
                <a:cs typeface="DejaVu Sans"/>
              </a:defRPr>
            </a:lvl9pPr>
          </a:lstStyle>
          <a:p xmlns:a="http://schemas.openxmlformats.org/drawingml/2006/main">
            <a:pPr>
              <a:defRPr sz="3450" b="1">
                <a:solidFill>
                  <a:srgbClr val="142B58"/>
                </a:solidFill>
                <a:latin typeface="DejaVu Sans"/>
                <a:ea typeface="DejaVu Sans"/>
                <a:cs typeface="DejaVu Sans"/>
              </a:defRPr>
            </a:pPr>
            <a:r>
              <a:rPr sz="3450" b="1">
                <a:solidFill>
                  <a:srgbClr val="142B58"/>
                </a:solidFill>
                <a:latin typeface="DejaVu Sans"/>
                <a:ea typeface="DejaVu Sans"/>
                <a:cs typeface="DejaVu Sans"/>
              </a:rPr>
              <a:t>SAU CSE</a:t>
            </a:r>
          </a:p>
          <a:p xmlns:a="http://schemas.openxmlformats.org/drawingml/2006/main">
            <a:pPr>
              <a:defRPr sz="3450" b="1">
                <a:solidFill>
                  <a:srgbClr val="142B58"/>
                </a:solidFill>
                <a:latin typeface="DejaVu Sans"/>
                <a:ea typeface="DejaVu Sans"/>
                <a:cs typeface="DejaVu Sans"/>
              </a:defRPr>
            </a:pPr>
            <a:r>
              <a:rPr sz="3450" b="1">
                <a:solidFill>
                  <a:srgbClr val="142B58"/>
                </a:solidFill>
                <a:latin typeface="DejaVu Sans"/>
                <a:ea typeface="DejaVu Sans"/>
                <a:cs typeface="DejaVu Sans"/>
              </a:rPr>
              <a:t>Department Website</a:t>
            </a:r>
          </a:p>
        </p:txBody>
      </p:sp>
      <p:sp>
        <p:nvSpPr>
          <p:cNvPr id="3" name="">
            <a:extLst xmlns:a="http://schemas.openxmlformats.org/drawingml/2006/main">
              <a:ext uri="{FF2B5EF4-FFF2-40B4-BE49-F238E27FC236}">
                <a16:creationId xmlns:a16="http://schemas.microsoft.com/office/drawing/2014/main" id="{D03A4720-27D4-4BC7-89F9-722739437790}"/>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F6E85"/>
                </a:solidFill>
                <a:latin typeface="DejaVu Sans"/>
                <a:ea typeface="DejaVu Sans"/>
                <a:cs typeface="DejaVu Sans"/>
              </a:defRPr>
            </a:defPPr>
            <a:lvl1pPr>
              <a:defRPr sz="975" b="0">
                <a:solidFill>
                  <a:srgbClr val="5F6E85"/>
                </a:solidFill>
                <a:latin typeface="DejaVu Sans"/>
                <a:ea typeface="DejaVu Sans"/>
                <a:cs typeface="DejaVu Sans"/>
              </a:defRPr>
            </a:lvl1pPr>
            <a:lvl2pPr>
              <a:defRPr sz="975" b="0">
                <a:solidFill>
                  <a:srgbClr val="5F6E85"/>
                </a:solidFill>
                <a:latin typeface="DejaVu Sans"/>
                <a:ea typeface="DejaVu Sans"/>
                <a:cs typeface="DejaVu Sans"/>
              </a:defRPr>
            </a:lvl2pPr>
            <a:lvl3pPr>
              <a:defRPr sz="975" b="0">
                <a:solidFill>
                  <a:srgbClr val="5F6E85"/>
                </a:solidFill>
                <a:latin typeface="DejaVu Sans"/>
                <a:ea typeface="DejaVu Sans"/>
                <a:cs typeface="DejaVu Sans"/>
              </a:defRPr>
            </a:lvl3pPr>
            <a:lvl4pPr>
              <a:defRPr sz="975" b="0">
                <a:solidFill>
                  <a:srgbClr val="5F6E85"/>
                </a:solidFill>
                <a:latin typeface="DejaVu Sans"/>
                <a:ea typeface="DejaVu Sans"/>
                <a:cs typeface="DejaVu Sans"/>
              </a:defRPr>
            </a:lvl4pPr>
            <a:lvl5pPr>
              <a:defRPr sz="975" b="0">
                <a:solidFill>
                  <a:srgbClr val="5F6E85"/>
                </a:solidFill>
                <a:latin typeface="DejaVu Sans"/>
                <a:ea typeface="DejaVu Sans"/>
                <a:cs typeface="DejaVu Sans"/>
              </a:defRPr>
            </a:lvl5pPr>
            <a:lvl6pPr>
              <a:defRPr sz="975" b="0">
                <a:solidFill>
                  <a:srgbClr val="5F6E85"/>
                </a:solidFill>
                <a:latin typeface="DejaVu Sans"/>
                <a:ea typeface="DejaVu Sans"/>
                <a:cs typeface="DejaVu Sans"/>
              </a:defRPr>
            </a:lvl6pPr>
            <a:lvl7pPr>
              <a:defRPr sz="975" b="0">
                <a:solidFill>
                  <a:srgbClr val="5F6E85"/>
                </a:solidFill>
                <a:latin typeface="DejaVu Sans"/>
                <a:ea typeface="DejaVu Sans"/>
                <a:cs typeface="DejaVu Sans"/>
              </a:defRPr>
            </a:lvl7pPr>
            <a:lvl8pPr>
              <a:defRPr sz="975" b="0">
                <a:solidFill>
                  <a:srgbClr val="5F6E85"/>
                </a:solidFill>
                <a:latin typeface="DejaVu Sans"/>
                <a:ea typeface="DejaVu Sans"/>
                <a:cs typeface="DejaVu Sans"/>
              </a:defRPr>
            </a:lvl8pPr>
            <a:lvl9pPr>
              <a:defRPr sz="975" b="0">
                <a:solidFill>
                  <a:srgbClr val="5F6E85"/>
                </a:solidFill>
                <a:latin typeface="DejaVu Sans"/>
                <a:ea typeface="DejaVu Sans"/>
                <a:cs typeface="DejaVu Sans"/>
              </a:defRPr>
            </a:lvl9pPr>
          </a:lstStyle>
          <a:p xmlns:a="http://schemas.openxmlformats.org/drawingml/2006/main">
            <a:pPr>
              <a:defRPr sz="975" b="0">
                <a:solidFill>
                  <a:srgbClr val="5F6E85"/>
                </a:solidFill>
                <a:latin typeface="DejaVu Sans"/>
                <a:ea typeface="DejaVu Sans"/>
                <a:cs typeface="DejaVu Sans"/>
              </a:defRPr>
            </a:pPr>
            <a:r>
              <a:rPr sz="975" b="0">
                <a:solidFill>
                  <a:srgbClr val="5F6E85"/>
                </a:solidFill>
                <a:latin typeface="DejaVu Sans"/>
                <a:ea typeface="DejaVu Sans"/>
                <a:cs typeface="DejaVu Sans"/>
              </a:rPr>
              <a:t>01 / 11</a:t>
            </a:r>
          </a:p>
        </p:txBody>
      </p:sp>
      <p:pic>
        <p:nvPicPr>
          <p:cNvPr id="4" name="">
            <a:extLst xmlns:a="http://schemas.openxmlformats.org/drawingml/2006/main">
              <a:ext uri="{FF2B5EF4-FFF2-40B4-BE49-F238E27FC236}">
                <a16:creationId xmlns:a16="http://schemas.microsoft.com/office/drawing/2014/main" id="{869350A1-301F-4AA0-A4B9-6029BBB3C2F7}"/>
              </a:ext>
            </a:extLst>
          </p:cNvPr>
          <p:cNvPicPr>
            <a:picLocks xmlns:a="http://schemas.openxmlformats.org/drawingml/2006/main" noChangeAspect="1"/>
          </p:cNvPicPr>
          <p:nvPr/>
        </p:nvPicPr>
        <p:blipFill>
          <a:blip xmlns:r="http://schemas.openxmlformats.org/officeDocument/2006/relationships" xmlns:a="http://schemas.openxmlformats.org/drawingml/2006/main" r:embed="Rfeecfac4371e4dc6"/>
          <a:stretch xmlns:a="http://schemas.openxmlformats.org/drawingml/2006/main"/>
        </p:blipFill>
        <p:spPr>
          <a:xfrm xmlns:a="http://schemas.openxmlformats.org/drawingml/2006/main">
            <a:off x="8810625" y="2238375"/>
            <a:ext cx="2381250" cy="2381250"/>
          </a:xfrm>
          <a:prstGeom xmlns:a="http://schemas.openxmlformats.org/drawingml/2006/main" prst="roundRect">
            <a:avLst>
              <a:gd name="adj" fmla="val 3200"/>
            </a:avLst>
          </a:prstGeom>
        </p:spPr>
      </p:pic>
      <p:sp>
        <p:nvSpPr>
          <p:cNvPr id="5" name="">
            <a:extLst xmlns:a="http://schemas.openxmlformats.org/drawingml/2006/main">
              <a:ext uri="{FF2B5EF4-FFF2-40B4-BE49-F238E27FC236}">
                <a16:creationId xmlns:a16="http://schemas.microsoft.com/office/drawing/2014/main" id="{89CE41B0-745E-4FD0-8499-57E82246FABF}"/>
              </a:ext>
            </a:extLst>
          </p:cNvPr>
          <p:cNvSpPr>
            <a:spLocks xmlns:a="http://schemas.openxmlformats.org/drawingml/2006/main" noGrp="1"/>
          </p:cNvSpPr>
          <p:nvPr/>
        </p:nvSpPr>
        <p:spPr>
          <a:xfrm xmlns:a="http://schemas.openxmlformats.org/drawingml/2006/main">
            <a:off x="647700" y="2714625"/>
            <a:ext cx="781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44B96"/>
                </a:solidFill>
                <a:latin typeface="DejaVu Sans"/>
                <a:ea typeface="DejaVu Sans"/>
                <a:cs typeface="DejaVu Sans"/>
              </a:defRPr>
            </a:defPPr>
            <a:lvl1pPr>
              <a:defRPr sz="2025" b="0">
                <a:solidFill>
                  <a:srgbClr val="244B96"/>
                </a:solidFill>
                <a:latin typeface="DejaVu Sans"/>
                <a:ea typeface="DejaVu Sans"/>
                <a:cs typeface="DejaVu Sans"/>
              </a:defRPr>
            </a:lvl1pPr>
            <a:lvl2pPr>
              <a:defRPr sz="2025" b="0">
                <a:solidFill>
                  <a:srgbClr val="244B96"/>
                </a:solidFill>
                <a:latin typeface="DejaVu Sans"/>
                <a:ea typeface="DejaVu Sans"/>
                <a:cs typeface="DejaVu Sans"/>
              </a:defRPr>
            </a:lvl2pPr>
            <a:lvl3pPr>
              <a:defRPr sz="2025" b="0">
                <a:solidFill>
                  <a:srgbClr val="244B96"/>
                </a:solidFill>
                <a:latin typeface="DejaVu Sans"/>
                <a:ea typeface="DejaVu Sans"/>
                <a:cs typeface="DejaVu Sans"/>
              </a:defRPr>
            </a:lvl3pPr>
            <a:lvl4pPr>
              <a:defRPr sz="2025" b="0">
                <a:solidFill>
                  <a:srgbClr val="244B96"/>
                </a:solidFill>
                <a:latin typeface="DejaVu Sans"/>
                <a:ea typeface="DejaVu Sans"/>
                <a:cs typeface="DejaVu Sans"/>
              </a:defRPr>
            </a:lvl4pPr>
            <a:lvl5pPr>
              <a:defRPr sz="2025" b="0">
                <a:solidFill>
                  <a:srgbClr val="244B96"/>
                </a:solidFill>
                <a:latin typeface="DejaVu Sans"/>
                <a:ea typeface="DejaVu Sans"/>
                <a:cs typeface="DejaVu Sans"/>
              </a:defRPr>
            </a:lvl5pPr>
            <a:lvl6pPr>
              <a:defRPr sz="2025" b="0">
                <a:solidFill>
                  <a:srgbClr val="244B96"/>
                </a:solidFill>
                <a:latin typeface="DejaVu Sans"/>
                <a:ea typeface="DejaVu Sans"/>
                <a:cs typeface="DejaVu Sans"/>
              </a:defRPr>
            </a:lvl6pPr>
            <a:lvl7pPr>
              <a:defRPr sz="2025" b="0">
                <a:solidFill>
                  <a:srgbClr val="244B96"/>
                </a:solidFill>
                <a:latin typeface="DejaVu Sans"/>
                <a:ea typeface="DejaVu Sans"/>
                <a:cs typeface="DejaVu Sans"/>
              </a:defRPr>
            </a:lvl7pPr>
            <a:lvl8pPr>
              <a:defRPr sz="2025" b="0">
                <a:solidFill>
                  <a:srgbClr val="244B96"/>
                </a:solidFill>
                <a:latin typeface="DejaVu Sans"/>
                <a:ea typeface="DejaVu Sans"/>
                <a:cs typeface="DejaVu Sans"/>
              </a:defRPr>
            </a:lvl8pPr>
            <a:lvl9pPr>
              <a:defRPr sz="2025" b="0">
                <a:solidFill>
                  <a:srgbClr val="244B96"/>
                </a:solidFill>
                <a:latin typeface="DejaVu Sans"/>
                <a:ea typeface="DejaVu Sans"/>
                <a:cs typeface="DejaVu Sans"/>
              </a:defRPr>
            </a:lvl9pPr>
          </a:lstStyle>
          <a:p xmlns:a="http://schemas.openxmlformats.org/drawingml/2006/main">
            <a:pPr>
              <a:defRPr sz="2025" b="0">
                <a:solidFill>
                  <a:srgbClr val="244B96"/>
                </a:solidFill>
                <a:latin typeface="DejaVu Sans"/>
                <a:ea typeface="DejaVu Sans"/>
                <a:cs typeface="DejaVu Sans"/>
              </a:defRPr>
            </a:pPr>
            <a:r>
              <a:rPr sz="2025" b="0">
                <a:solidFill>
                  <a:srgbClr val="244B96"/>
                </a:solidFill>
                <a:latin typeface="DejaVu Sans"/>
                <a:ea typeface="DejaVu Sans"/>
                <a:cs typeface="DejaVu Sans"/>
              </a:rPr>
              <a:t>Project idea and progress presentation</a:t>
            </a:r>
          </a:p>
        </p:txBody>
      </p:sp>
      <p:sp>
        <p:nvSpPr>
          <p:cNvPr id="6" name="">
            <a:extLst xmlns:a="http://schemas.openxmlformats.org/drawingml/2006/main">
              <a:ext uri="{FF2B5EF4-FFF2-40B4-BE49-F238E27FC236}">
                <a16:creationId xmlns:a16="http://schemas.microsoft.com/office/drawing/2014/main" id="{68F5F4A1-78EA-4F0C-B986-9B4B44A49155}"/>
              </a:ext>
            </a:extLst>
          </p:cNvPr>
          <p:cNvSpPr>
            <a:spLocks xmlns:a="http://schemas.openxmlformats.org/drawingml/2006/main" noGrp="1"/>
          </p:cNvSpPr>
          <p:nvPr/>
        </p:nvSpPr>
        <p:spPr>
          <a:xfrm xmlns:a="http://schemas.openxmlformats.org/drawingml/2006/main">
            <a:off x="647700" y="3667125"/>
            <a:ext cx="7620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42B58"/>
                </a:solidFill>
                <a:latin typeface="DejaVu Sans"/>
                <a:ea typeface="DejaVu Sans"/>
                <a:cs typeface="DejaVu Sans"/>
              </a:defRPr>
            </a:defPPr>
            <a:lvl1pPr>
              <a:defRPr sz="2400" b="1">
                <a:solidFill>
                  <a:srgbClr val="142B58"/>
                </a:solidFill>
                <a:latin typeface="DejaVu Sans"/>
                <a:ea typeface="DejaVu Sans"/>
                <a:cs typeface="DejaVu Sans"/>
              </a:defRPr>
            </a:lvl1pPr>
            <a:lvl2pPr>
              <a:defRPr sz="2400" b="1">
                <a:solidFill>
                  <a:srgbClr val="142B58"/>
                </a:solidFill>
                <a:latin typeface="DejaVu Sans"/>
                <a:ea typeface="DejaVu Sans"/>
                <a:cs typeface="DejaVu Sans"/>
              </a:defRPr>
            </a:lvl2pPr>
            <a:lvl3pPr>
              <a:defRPr sz="2400" b="1">
                <a:solidFill>
                  <a:srgbClr val="142B58"/>
                </a:solidFill>
                <a:latin typeface="DejaVu Sans"/>
                <a:ea typeface="DejaVu Sans"/>
                <a:cs typeface="DejaVu Sans"/>
              </a:defRPr>
            </a:lvl3pPr>
            <a:lvl4pPr>
              <a:defRPr sz="2400" b="1">
                <a:solidFill>
                  <a:srgbClr val="142B58"/>
                </a:solidFill>
                <a:latin typeface="DejaVu Sans"/>
                <a:ea typeface="DejaVu Sans"/>
                <a:cs typeface="DejaVu Sans"/>
              </a:defRPr>
            </a:lvl4pPr>
            <a:lvl5pPr>
              <a:defRPr sz="2400" b="1">
                <a:solidFill>
                  <a:srgbClr val="142B58"/>
                </a:solidFill>
                <a:latin typeface="DejaVu Sans"/>
                <a:ea typeface="DejaVu Sans"/>
                <a:cs typeface="DejaVu Sans"/>
              </a:defRPr>
            </a:lvl5pPr>
            <a:lvl6pPr>
              <a:defRPr sz="2400" b="1">
                <a:solidFill>
                  <a:srgbClr val="142B58"/>
                </a:solidFill>
                <a:latin typeface="DejaVu Sans"/>
                <a:ea typeface="DejaVu Sans"/>
                <a:cs typeface="DejaVu Sans"/>
              </a:defRPr>
            </a:lvl6pPr>
            <a:lvl7pPr>
              <a:defRPr sz="2400" b="1">
                <a:solidFill>
                  <a:srgbClr val="142B58"/>
                </a:solidFill>
                <a:latin typeface="DejaVu Sans"/>
                <a:ea typeface="DejaVu Sans"/>
                <a:cs typeface="DejaVu Sans"/>
              </a:defRPr>
            </a:lvl7pPr>
            <a:lvl8pPr>
              <a:defRPr sz="2400" b="1">
                <a:solidFill>
                  <a:srgbClr val="142B58"/>
                </a:solidFill>
                <a:latin typeface="DejaVu Sans"/>
                <a:ea typeface="DejaVu Sans"/>
                <a:cs typeface="DejaVu Sans"/>
              </a:defRPr>
            </a:lvl8pPr>
            <a:lvl9pPr>
              <a:defRPr sz="2400" b="1">
                <a:solidFill>
                  <a:srgbClr val="142B58"/>
                </a:solidFill>
                <a:latin typeface="DejaVu Sans"/>
                <a:ea typeface="DejaVu Sans"/>
                <a:cs typeface="DejaVu Sans"/>
              </a:defRPr>
            </a:lvl9pPr>
          </a:lstStyle>
          <a:p xmlns:a="http://schemas.openxmlformats.org/drawingml/2006/main">
            <a:pPr>
              <a:defRPr sz="2400" b="1">
                <a:solidFill>
                  <a:srgbClr val="142B58"/>
                </a:solidFill>
                <a:latin typeface="DejaVu Sans"/>
                <a:ea typeface="DejaVu Sans"/>
                <a:cs typeface="DejaVu Sans"/>
              </a:defRPr>
            </a:pPr>
            <a:r>
              <a:rPr sz="2400" b="1">
                <a:solidFill>
                  <a:srgbClr val="142B58"/>
                </a:solidFill>
                <a:latin typeface="DejaVu Sans"/>
                <a:ea typeface="DejaVu Sans"/>
                <a:cs typeface="DejaVu Sans"/>
              </a:rPr>
              <a:t>A clearer website for students</a:t>
            </a:r>
          </a:p>
          <a:p xmlns:a="http://schemas.openxmlformats.org/drawingml/2006/main">
            <a:pPr>
              <a:defRPr sz="2400" b="1">
                <a:solidFill>
                  <a:srgbClr val="142B58"/>
                </a:solidFill>
                <a:latin typeface="DejaVu Sans"/>
                <a:ea typeface="DejaVu Sans"/>
                <a:cs typeface="DejaVu Sans"/>
              </a:defRPr>
            </a:pPr>
            <a:r>
              <a:rPr sz="2400" b="1">
                <a:solidFill>
                  <a:srgbClr val="142B58"/>
                </a:solidFill>
                <a:latin typeface="DejaVu Sans"/>
                <a:ea typeface="DejaVu Sans"/>
                <a:cs typeface="DejaVu Sans"/>
              </a:rPr>
              <a:t>and department visitors</a:t>
            </a:r>
          </a:p>
        </p:txBody>
      </p:sp>
      <p:sp>
        <p:nvSpPr>
          <p:cNvPr id="7" name="">
            <a:extLst xmlns:a="http://schemas.openxmlformats.org/drawingml/2006/main">
              <a:ext uri="{FF2B5EF4-FFF2-40B4-BE49-F238E27FC236}">
                <a16:creationId xmlns:a16="http://schemas.microsoft.com/office/drawing/2014/main" id="{550C092B-DCA7-407C-9BE9-BD5F59B4C679}"/>
              </a:ext>
            </a:extLst>
          </p:cNvPr>
          <p:cNvSpPr>
            <a:spLocks xmlns:a="http://schemas.openxmlformats.org/drawingml/2006/main" noGrp="1"/>
          </p:cNvSpPr>
          <p:nvPr/>
        </p:nvSpPr>
        <p:spPr>
          <a:xfrm xmlns:a="http://schemas.openxmlformats.org/drawingml/2006/main">
            <a:off x="647700" y="52387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244B96"/>
                </a:solidFill>
                <a:latin typeface="DejaVu Sans"/>
                <a:ea typeface="DejaVu Sans"/>
                <a:cs typeface="DejaVu Sans"/>
              </a:defRPr>
            </a:defPPr>
            <a:lvl1pPr>
              <a:defRPr sz="1125" b="1">
                <a:solidFill>
                  <a:srgbClr val="244B96"/>
                </a:solidFill>
                <a:latin typeface="DejaVu Sans"/>
                <a:ea typeface="DejaVu Sans"/>
                <a:cs typeface="DejaVu Sans"/>
              </a:defRPr>
            </a:lvl1pPr>
            <a:lvl2pPr>
              <a:defRPr sz="1125" b="1">
                <a:solidFill>
                  <a:srgbClr val="244B96"/>
                </a:solidFill>
                <a:latin typeface="DejaVu Sans"/>
                <a:ea typeface="DejaVu Sans"/>
                <a:cs typeface="DejaVu Sans"/>
              </a:defRPr>
            </a:lvl2pPr>
            <a:lvl3pPr>
              <a:defRPr sz="1125" b="1">
                <a:solidFill>
                  <a:srgbClr val="244B96"/>
                </a:solidFill>
                <a:latin typeface="DejaVu Sans"/>
                <a:ea typeface="DejaVu Sans"/>
                <a:cs typeface="DejaVu Sans"/>
              </a:defRPr>
            </a:lvl3pPr>
            <a:lvl4pPr>
              <a:defRPr sz="1125" b="1">
                <a:solidFill>
                  <a:srgbClr val="244B96"/>
                </a:solidFill>
                <a:latin typeface="DejaVu Sans"/>
                <a:ea typeface="DejaVu Sans"/>
                <a:cs typeface="DejaVu Sans"/>
              </a:defRPr>
            </a:lvl4pPr>
            <a:lvl5pPr>
              <a:defRPr sz="1125" b="1">
                <a:solidFill>
                  <a:srgbClr val="244B96"/>
                </a:solidFill>
                <a:latin typeface="DejaVu Sans"/>
                <a:ea typeface="DejaVu Sans"/>
                <a:cs typeface="DejaVu Sans"/>
              </a:defRPr>
            </a:lvl5pPr>
            <a:lvl6pPr>
              <a:defRPr sz="1125" b="1">
                <a:solidFill>
                  <a:srgbClr val="244B96"/>
                </a:solidFill>
                <a:latin typeface="DejaVu Sans"/>
                <a:ea typeface="DejaVu Sans"/>
                <a:cs typeface="DejaVu Sans"/>
              </a:defRPr>
            </a:lvl6pPr>
            <a:lvl7pPr>
              <a:defRPr sz="1125" b="1">
                <a:solidFill>
                  <a:srgbClr val="244B96"/>
                </a:solidFill>
                <a:latin typeface="DejaVu Sans"/>
                <a:ea typeface="DejaVu Sans"/>
                <a:cs typeface="DejaVu Sans"/>
              </a:defRPr>
            </a:lvl7pPr>
            <a:lvl8pPr>
              <a:defRPr sz="1125" b="1">
                <a:solidFill>
                  <a:srgbClr val="244B96"/>
                </a:solidFill>
                <a:latin typeface="DejaVu Sans"/>
                <a:ea typeface="DejaVu Sans"/>
                <a:cs typeface="DejaVu Sans"/>
              </a:defRPr>
            </a:lvl8pPr>
            <a:lvl9pPr>
              <a:defRPr sz="1125" b="1">
                <a:solidFill>
                  <a:srgbClr val="244B96"/>
                </a:solidFill>
                <a:latin typeface="DejaVu Sans"/>
                <a:ea typeface="DejaVu Sans"/>
                <a:cs typeface="DejaVu Sans"/>
              </a:defRPr>
            </a:lvl9pPr>
          </a:lstStyle>
          <a:p xmlns:a="http://schemas.openxmlformats.org/drawingml/2006/main">
            <a:pPr>
              <a:defRPr sz="1125" b="1">
                <a:solidFill>
                  <a:srgbClr val="244B96"/>
                </a:solidFill>
                <a:latin typeface="DejaVu Sans"/>
                <a:ea typeface="DejaVu Sans"/>
                <a:cs typeface="DejaVu Sans"/>
              </a:defRPr>
            </a:pPr>
            <a:r>
              <a:rPr sz="1125" b="1">
                <a:solidFill>
                  <a:srgbClr val="244B96"/>
                </a:solidFill>
                <a:latin typeface="DejaVu Sans"/>
                <a:ea typeface="DejaVu Sans"/>
                <a:cs typeface="DejaVu Sans"/>
              </a:rPr>
              <a:t>CURRENT STAGE</a:t>
            </a:r>
          </a:p>
        </p:txBody>
      </p:sp>
      <p:sp>
        <p:nvSpPr>
          <p:cNvPr id="8" name="">
            <a:extLst xmlns:a="http://schemas.openxmlformats.org/drawingml/2006/main">
              <a:ext uri="{FF2B5EF4-FFF2-40B4-BE49-F238E27FC236}">
                <a16:creationId xmlns:a16="http://schemas.microsoft.com/office/drawing/2014/main" id="{A3096BBF-C0B0-4A5E-9A9E-49B7721F96BA}"/>
              </a:ext>
            </a:extLst>
          </p:cNvPr>
          <p:cNvSpPr>
            <a:spLocks xmlns:a="http://schemas.openxmlformats.org/drawingml/2006/main" noGrp="1"/>
          </p:cNvSpPr>
          <p:nvPr/>
        </p:nvSpPr>
        <p:spPr>
          <a:xfrm xmlns:a="http://schemas.openxmlformats.org/drawingml/2006/main">
            <a:off x="647700" y="5619750"/>
            <a:ext cx="714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58"/>
                </a:solidFill>
                <a:latin typeface="DejaVu Sans"/>
                <a:ea typeface="DejaVu Sans"/>
                <a:cs typeface="DejaVu Sans"/>
              </a:defRPr>
            </a:defPPr>
            <a:lvl1pPr>
              <a:defRPr sz="2025" b="0">
                <a:solidFill>
                  <a:srgbClr val="142B58"/>
                </a:solidFill>
                <a:latin typeface="DejaVu Sans"/>
                <a:ea typeface="DejaVu Sans"/>
                <a:cs typeface="DejaVu Sans"/>
              </a:defRPr>
            </a:lvl1pPr>
            <a:lvl2pPr>
              <a:defRPr sz="2025" b="0">
                <a:solidFill>
                  <a:srgbClr val="142B58"/>
                </a:solidFill>
                <a:latin typeface="DejaVu Sans"/>
                <a:ea typeface="DejaVu Sans"/>
                <a:cs typeface="DejaVu Sans"/>
              </a:defRPr>
            </a:lvl2pPr>
            <a:lvl3pPr>
              <a:defRPr sz="2025" b="0">
                <a:solidFill>
                  <a:srgbClr val="142B58"/>
                </a:solidFill>
                <a:latin typeface="DejaVu Sans"/>
                <a:ea typeface="DejaVu Sans"/>
                <a:cs typeface="DejaVu Sans"/>
              </a:defRPr>
            </a:lvl3pPr>
            <a:lvl4pPr>
              <a:defRPr sz="2025" b="0">
                <a:solidFill>
                  <a:srgbClr val="142B58"/>
                </a:solidFill>
                <a:latin typeface="DejaVu Sans"/>
                <a:ea typeface="DejaVu Sans"/>
                <a:cs typeface="DejaVu Sans"/>
              </a:defRPr>
            </a:lvl4pPr>
            <a:lvl5pPr>
              <a:defRPr sz="2025" b="0">
                <a:solidFill>
                  <a:srgbClr val="142B58"/>
                </a:solidFill>
                <a:latin typeface="DejaVu Sans"/>
                <a:ea typeface="DejaVu Sans"/>
                <a:cs typeface="DejaVu Sans"/>
              </a:defRPr>
            </a:lvl5pPr>
            <a:lvl6pPr>
              <a:defRPr sz="2025" b="0">
                <a:solidFill>
                  <a:srgbClr val="142B58"/>
                </a:solidFill>
                <a:latin typeface="DejaVu Sans"/>
                <a:ea typeface="DejaVu Sans"/>
                <a:cs typeface="DejaVu Sans"/>
              </a:defRPr>
            </a:lvl6pPr>
            <a:lvl7pPr>
              <a:defRPr sz="2025" b="0">
                <a:solidFill>
                  <a:srgbClr val="142B58"/>
                </a:solidFill>
                <a:latin typeface="DejaVu Sans"/>
                <a:ea typeface="DejaVu Sans"/>
                <a:cs typeface="DejaVu Sans"/>
              </a:defRPr>
            </a:lvl7pPr>
            <a:lvl8pPr>
              <a:defRPr sz="2025" b="0">
                <a:solidFill>
                  <a:srgbClr val="142B58"/>
                </a:solidFill>
                <a:latin typeface="DejaVu Sans"/>
                <a:ea typeface="DejaVu Sans"/>
                <a:cs typeface="DejaVu Sans"/>
              </a:defRPr>
            </a:lvl8pPr>
            <a:lvl9pPr>
              <a:defRPr sz="2025" b="0">
                <a:solidFill>
                  <a:srgbClr val="142B58"/>
                </a:solidFill>
                <a:latin typeface="DejaVu Sans"/>
                <a:ea typeface="DejaVu Sans"/>
                <a:cs typeface="DejaVu Sans"/>
              </a:defRPr>
            </a:lvl9pPr>
          </a:lstStyle>
          <a:p xmlns:a="http://schemas.openxmlformats.org/drawingml/2006/main">
            <a:pPr>
              <a:defRPr sz="2025" b="0">
                <a:solidFill>
                  <a:srgbClr val="142B58"/>
                </a:solidFill>
                <a:latin typeface="DejaVu Sans"/>
                <a:ea typeface="DejaVu Sans"/>
                <a:cs typeface="DejaVu Sans"/>
              </a:defRPr>
            </a:pPr>
            <a:r>
              <a:rPr sz="2025" b="0">
                <a:solidFill>
                  <a:srgbClr val="142B58"/>
                </a:solidFill>
                <a:latin typeface="DejaVu Sans"/>
                <a:ea typeface="DejaVu Sans"/>
                <a:cs typeface="DejaVu Sans"/>
              </a:rPr>
              <a:t>HTML and CSS homepage</a:t>
            </a:r>
          </a:p>
        </p:txBody>
      </p:sp>
      <p:sp>
        <p:nvSpPr>
          <p:cNvPr id="9" name="">
            <a:extLst xmlns:a="http://schemas.openxmlformats.org/drawingml/2006/main">
              <a:ext uri="{FF2B5EF4-FFF2-40B4-BE49-F238E27FC236}">
                <a16:creationId xmlns:a16="http://schemas.microsoft.com/office/drawing/2014/main" id="{6E03D4BC-7A6A-4F7A-BFE1-BD6C39B9AFC5}"/>
              </a:ext>
            </a:extLst>
          </p:cNvPr>
          <p:cNvSpPr>
            <a:spLocks xmlns:a="http://schemas.openxmlformats.org/drawingml/2006/main" noGrp="1"/>
          </p:cNvSpPr>
          <p:nvPr/>
        </p:nvSpPr>
        <p:spPr>
          <a:xfrm xmlns:a="http://schemas.openxmlformats.org/drawingml/2006/main">
            <a:off x="647700" y="6096000"/>
            <a:ext cx="762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F6E85"/>
                </a:solidFill>
                <a:latin typeface="DejaVu Sans"/>
                <a:ea typeface="DejaVu Sans"/>
                <a:cs typeface="DejaVu Sans"/>
              </a:defRPr>
            </a:defPPr>
            <a:lvl1pPr>
              <a:defRPr sz="1500" b="0">
                <a:solidFill>
                  <a:srgbClr val="5F6E85"/>
                </a:solidFill>
                <a:latin typeface="DejaVu Sans"/>
                <a:ea typeface="DejaVu Sans"/>
                <a:cs typeface="DejaVu Sans"/>
              </a:defRPr>
            </a:lvl1pPr>
            <a:lvl2pPr>
              <a:defRPr sz="1500" b="0">
                <a:solidFill>
                  <a:srgbClr val="5F6E85"/>
                </a:solidFill>
                <a:latin typeface="DejaVu Sans"/>
                <a:ea typeface="DejaVu Sans"/>
                <a:cs typeface="DejaVu Sans"/>
              </a:defRPr>
            </a:lvl2pPr>
            <a:lvl3pPr>
              <a:defRPr sz="1500" b="0">
                <a:solidFill>
                  <a:srgbClr val="5F6E85"/>
                </a:solidFill>
                <a:latin typeface="DejaVu Sans"/>
                <a:ea typeface="DejaVu Sans"/>
                <a:cs typeface="DejaVu Sans"/>
              </a:defRPr>
            </a:lvl3pPr>
            <a:lvl4pPr>
              <a:defRPr sz="1500" b="0">
                <a:solidFill>
                  <a:srgbClr val="5F6E85"/>
                </a:solidFill>
                <a:latin typeface="DejaVu Sans"/>
                <a:ea typeface="DejaVu Sans"/>
                <a:cs typeface="DejaVu Sans"/>
              </a:defRPr>
            </a:lvl4pPr>
            <a:lvl5pPr>
              <a:defRPr sz="1500" b="0">
                <a:solidFill>
                  <a:srgbClr val="5F6E85"/>
                </a:solidFill>
                <a:latin typeface="DejaVu Sans"/>
                <a:ea typeface="DejaVu Sans"/>
                <a:cs typeface="DejaVu Sans"/>
              </a:defRPr>
            </a:lvl5pPr>
            <a:lvl6pPr>
              <a:defRPr sz="1500" b="0">
                <a:solidFill>
                  <a:srgbClr val="5F6E85"/>
                </a:solidFill>
                <a:latin typeface="DejaVu Sans"/>
                <a:ea typeface="DejaVu Sans"/>
                <a:cs typeface="DejaVu Sans"/>
              </a:defRPr>
            </a:lvl6pPr>
            <a:lvl7pPr>
              <a:defRPr sz="1500" b="0">
                <a:solidFill>
                  <a:srgbClr val="5F6E85"/>
                </a:solidFill>
                <a:latin typeface="DejaVu Sans"/>
                <a:ea typeface="DejaVu Sans"/>
                <a:cs typeface="DejaVu Sans"/>
              </a:defRPr>
            </a:lvl7pPr>
            <a:lvl8pPr>
              <a:defRPr sz="1500" b="0">
                <a:solidFill>
                  <a:srgbClr val="5F6E85"/>
                </a:solidFill>
                <a:latin typeface="DejaVu Sans"/>
                <a:ea typeface="DejaVu Sans"/>
                <a:cs typeface="DejaVu Sans"/>
              </a:defRPr>
            </a:lvl8pPr>
            <a:lvl9pPr>
              <a:defRPr sz="1500" b="0">
                <a:solidFill>
                  <a:srgbClr val="5F6E85"/>
                </a:solidFill>
                <a:latin typeface="DejaVu Sans"/>
                <a:ea typeface="DejaVu Sans"/>
                <a:cs typeface="DejaVu Sans"/>
              </a:defRPr>
            </a:lvl9pPr>
          </a:lstStyle>
          <a:p xmlns:a="http://schemas.openxmlformats.org/drawingml/2006/main">
            <a:pPr>
              <a:defRPr sz="1500" b="0">
                <a:solidFill>
                  <a:srgbClr val="5F6E85"/>
                </a:solidFill>
                <a:latin typeface="DejaVu Sans"/>
                <a:ea typeface="DejaVu Sans"/>
                <a:cs typeface="DejaVu Sans"/>
              </a:defRPr>
            </a:pPr>
            <a:r>
              <a:rPr sz="1500" b="0">
                <a:solidFill>
                  <a:srgbClr val="5F6E85"/>
                </a:solidFill>
                <a:latin typeface="DejaVu Sans"/>
                <a:ea typeface="DejaVu Sans"/>
                <a:cs typeface="DejaVu Sans"/>
              </a:rPr>
              <a:t>Next: PHP and MySQL</a:t>
            </a:r>
          </a:p>
        </p:txBody>
      </p:sp>
    </p:spTree>
    <p:extLst>
      <p:ext uri="{BB962C8B-B14F-4D97-AF65-F5344CB8AC3E}">
        <p14:creationId xmlns:p14="http://schemas.microsoft.com/office/powerpoint/2010/main" val="1969188206"/>
      </p:ext>
    </p:extLst>
  </p:cSld>
</p:sld>
</file>

<file path=ppt/slides/slide2.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74B801-863F-4604-AD0A-52A6C5809F56}"/>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244B96"/>
                </a:solidFill>
                <a:latin typeface="DejaVu Sans"/>
                <a:ea typeface="DejaVu Sans"/>
                <a:cs typeface="DejaVu Sans"/>
              </a:defRPr>
            </a:defPPr>
            <a:lvl1pPr>
              <a:defRPr sz="975" b="1">
                <a:solidFill>
                  <a:srgbClr val="244B96"/>
                </a:solidFill>
                <a:latin typeface="DejaVu Sans"/>
                <a:ea typeface="DejaVu Sans"/>
                <a:cs typeface="DejaVu Sans"/>
              </a:defRPr>
            </a:lvl1pPr>
            <a:lvl2pPr>
              <a:defRPr sz="975" b="1">
                <a:solidFill>
                  <a:srgbClr val="244B96"/>
                </a:solidFill>
                <a:latin typeface="DejaVu Sans"/>
                <a:ea typeface="DejaVu Sans"/>
                <a:cs typeface="DejaVu Sans"/>
              </a:defRPr>
            </a:lvl2pPr>
            <a:lvl3pPr>
              <a:defRPr sz="975" b="1">
                <a:solidFill>
                  <a:srgbClr val="244B96"/>
                </a:solidFill>
                <a:latin typeface="DejaVu Sans"/>
                <a:ea typeface="DejaVu Sans"/>
                <a:cs typeface="DejaVu Sans"/>
              </a:defRPr>
            </a:lvl3pPr>
            <a:lvl4pPr>
              <a:defRPr sz="975" b="1">
                <a:solidFill>
                  <a:srgbClr val="244B96"/>
                </a:solidFill>
                <a:latin typeface="DejaVu Sans"/>
                <a:ea typeface="DejaVu Sans"/>
                <a:cs typeface="DejaVu Sans"/>
              </a:defRPr>
            </a:lvl4pPr>
            <a:lvl5pPr>
              <a:defRPr sz="975" b="1">
                <a:solidFill>
                  <a:srgbClr val="244B96"/>
                </a:solidFill>
                <a:latin typeface="DejaVu Sans"/>
                <a:ea typeface="DejaVu Sans"/>
                <a:cs typeface="DejaVu Sans"/>
              </a:defRPr>
            </a:lvl5pPr>
            <a:lvl6pPr>
              <a:defRPr sz="975" b="1">
                <a:solidFill>
                  <a:srgbClr val="244B96"/>
                </a:solidFill>
                <a:latin typeface="DejaVu Sans"/>
                <a:ea typeface="DejaVu Sans"/>
                <a:cs typeface="DejaVu Sans"/>
              </a:defRPr>
            </a:lvl6pPr>
            <a:lvl7pPr>
              <a:defRPr sz="975" b="1">
                <a:solidFill>
                  <a:srgbClr val="244B96"/>
                </a:solidFill>
                <a:latin typeface="DejaVu Sans"/>
                <a:ea typeface="DejaVu Sans"/>
                <a:cs typeface="DejaVu Sans"/>
              </a:defRPr>
            </a:lvl7pPr>
            <a:lvl8pPr>
              <a:defRPr sz="975" b="1">
                <a:solidFill>
                  <a:srgbClr val="244B96"/>
                </a:solidFill>
                <a:latin typeface="DejaVu Sans"/>
                <a:ea typeface="DejaVu Sans"/>
                <a:cs typeface="DejaVu Sans"/>
              </a:defRPr>
            </a:lvl8pPr>
            <a:lvl9pPr>
              <a:defRPr sz="975" b="1">
                <a:solidFill>
                  <a:srgbClr val="244B96"/>
                </a:solidFill>
                <a:latin typeface="DejaVu Sans"/>
                <a:ea typeface="DejaVu Sans"/>
                <a:cs typeface="DejaVu Sans"/>
              </a:defRPr>
            </a:lvl9pPr>
          </a:lstStyle>
          <a:p xmlns:a="http://schemas.openxmlformats.org/drawingml/2006/main">
            <a:pPr>
              <a:defRPr sz="975" b="1">
                <a:solidFill>
                  <a:srgbClr val="244B96"/>
                </a:solidFill>
                <a:latin typeface="DejaVu Sans"/>
                <a:ea typeface="DejaVu Sans"/>
                <a:cs typeface="DejaVu Sans"/>
              </a:defRPr>
            </a:pPr>
            <a:r>
              <a:rPr sz="975" b="1">
                <a:solidFill>
                  <a:srgbClr val="244B96"/>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EEDD5816-7922-41F3-92D4-1A9C3364AC9E}"/>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42B58"/>
                </a:solidFill>
                <a:latin typeface="DejaVu Sans"/>
                <a:ea typeface="DejaVu Sans"/>
                <a:cs typeface="DejaVu Sans"/>
              </a:defRPr>
            </a:defPPr>
            <a:lvl1pPr>
              <a:defRPr sz="3450" b="1">
                <a:solidFill>
                  <a:srgbClr val="142B58"/>
                </a:solidFill>
                <a:latin typeface="DejaVu Sans"/>
                <a:ea typeface="DejaVu Sans"/>
                <a:cs typeface="DejaVu Sans"/>
              </a:defRPr>
            </a:lvl1pPr>
            <a:lvl2pPr>
              <a:defRPr sz="3450" b="1">
                <a:solidFill>
                  <a:srgbClr val="142B58"/>
                </a:solidFill>
                <a:latin typeface="DejaVu Sans"/>
                <a:ea typeface="DejaVu Sans"/>
                <a:cs typeface="DejaVu Sans"/>
              </a:defRPr>
            </a:lvl2pPr>
            <a:lvl3pPr>
              <a:defRPr sz="3450" b="1">
                <a:solidFill>
                  <a:srgbClr val="142B58"/>
                </a:solidFill>
                <a:latin typeface="DejaVu Sans"/>
                <a:ea typeface="DejaVu Sans"/>
                <a:cs typeface="DejaVu Sans"/>
              </a:defRPr>
            </a:lvl3pPr>
            <a:lvl4pPr>
              <a:defRPr sz="3450" b="1">
                <a:solidFill>
                  <a:srgbClr val="142B58"/>
                </a:solidFill>
                <a:latin typeface="DejaVu Sans"/>
                <a:ea typeface="DejaVu Sans"/>
                <a:cs typeface="DejaVu Sans"/>
              </a:defRPr>
            </a:lvl4pPr>
            <a:lvl5pPr>
              <a:defRPr sz="3450" b="1">
                <a:solidFill>
                  <a:srgbClr val="142B58"/>
                </a:solidFill>
                <a:latin typeface="DejaVu Sans"/>
                <a:ea typeface="DejaVu Sans"/>
                <a:cs typeface="DejaVu Sans"/>
              </a:defRPr>
            </a:lvl5pPr>
            <a:lvl6pPr>
              <a:defRPr sz="3450" b="1">
                <a:solidFill>
                  <a:srgbClr val="142B58"/>
                </a:solidFill>
                <a:latin typeface="DejaVu Sans"/>
                <a:ea typeface="DejaVu Sans"/>
                <a:cs typeface="DejaVu Sans"/>
              </a:defRPr>
            </a:lvl6pPr>
            <a:lvl7pPr>
              <a:defRPr sz="3450" b="1">
                <a:solidFill>
                  <a:srgbClr val="142B58"/>
                </a:solidFill>
                <a:latin typeface="DejaVu Sans"/>
                <a:ea typeface="DejaVu Sans"/>
                <a:cs typeface="DejaVu Sans"/>
              </a:defRPr>
            </a:lvl7pPr>
            <a:lvl8pPr>
              <a:defRPr sz="3450" b="1">
                <a:solidFill>
                  <a:srgbClr val="142B58"/>
                </a:solidFill>
                <a:latin typeface="DejaVu Sans"/>
                <a:ea typeface="DejaVu Sans"/>
                <a:cs typeface="DejaVu Sans"/>
              </a:defRPr>
            </a:lvl8pPr>
            <a:lvl9pPr>
              <a:defRPr sz="3450" b="1">
                <a:solidFill>
                  <a:srgbClr val="142B58"/>
                </a:solidFill>
                <a:latin typeface="DejaVu Sans"/>
                <a:ea typeface="DejaVu Sans"/>
                <a:cs typeface="DejaVu Sans"/>
              </a:defRPr>
            </a:lvl9pPr>
          </a:lstStyle>
          <a:p xmlns:a="http://schemas.openxmlformats.org/drawingml/2006/main">
            <a:pPr>
              <a:defRPr sz="3450" b="1">
                <a:solidFill>
                  <a:srgbClr val="142B58"/>
                </a:solidFill>
                <a:latin typeface="DejaVu Sans"/>
                <a:ea typeface="DejaVu Sans"/>
                <a:cs typeface="DejaVu Sans"/>
              </a:defRPr>
            </a:pPr>
            <a:r>
              <a:rPr sz="3450" b="1">
                <a:solidFill>
                  <a:srgbClr val="142B58"/>
                </a:solidFill>
                <a:latin typeface="DejaVu Sans"/>
                <a:ea typeface="DejaVu Sans"/>
                <a:cs typeface="DejaVu Sans"/>
              </a:rPr>
              <a:t>Problem Statement</a:t>
            </a:r>
          </a:p>
        </p:txBody>
      </p:sp>
      <p:sp>
        <p:nvSpPr>
          <p:cNvPr id="3" name="">
            <a:extLst xmlns:a="http://schemas.openxmlformats.org/drawingml/2006/main">
              <a:ext uri="{FF2B5EF4-FFF2-40B4-BE49-F238E27FC236}">
                <a16:creationId xmlns:a16="http://schemas.microsoft.com/office/drawing/2014/main" id="{1A4AC422-1AFA-478C-8703-55A049A9E095}"/>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F6E85"/>
                </a:solidFill>
                <a:latin typeface="DejaVu Sans"/>
                <a:ea typeface="DejaVu Sans"/>
                <a:cs typeface="DejaVu Sans"/>
              </a:defRPr>
            </a:defPPr>
            <a:lvl1pPr>
              <a:defRPr sz="975" b="0">
                <a:solidFill>
                  <a:srgbClr val="5F6E85"/>
                </a:solidFill>
                <a:latin typeface="DejaVu Sans"/>
                <a:ea typeface="DejaVu Sans"/>
                <a:cs typeface="DejaVu Sans"/>
              </a:defRPr>
            </a:lvl1pPr>
            <a:lvl2pPr>
              <a:defRPr sz="975" b="0">
                <a:solidFill>
                  <a:srgbClr val="5F6E85"/>
                </a:solidFill>
                <a:latin typeface="DejaVu Sans"/>
                <a:ea typeface="DejaVu Sans"/>
                <a:cs typeface="DejaVu Sans"/>
              </a:defRPr>
            </a:lvl2pPr>
            <a:lvl3pPr>
              <a:defRPr sz="975" b="0">
                <a:solidFill>
                  <a:srgbClr val="5F6E85"/>
                </a:solidFill>
                <a:latin typeface="DejaVu Sans"/>
                <a:ea typeface="DejaVu Sans"/>
                <a:cs typeface="DejaVu Sans"/>
              </a:defRPr>
            </a:lvl3pPr>
            <a:lvl4pPr>
              <a:defRPr sz="975" b="0">
                <a:solidFill>
                  <a:srgbClr val="5F6E85"/>
                </a:solidFill>
                <a:latin typeface="DejaVu Sans"/>
                <a:ea typeface="DejaVu Sans"/>
                <a:cs typeface="DejaVu Sans"/>
              </a:defRPr>
            </a:lvl4pPr>
            <a:lvl5pPr>
              <a:defRPr sz="975" b="0">
                <a:solidFill>
                  <a:srgbClr val="5F6E85"/>
                </a:solidFill>
                <a:latin typeface="DejaVu Sans"/>
                <a:ea typeface="DejaVu Sans"/>
                <a:cs typeface="DejaVu Sans"/>
              </a:defRPr>
            </a:lvl5pPr>
            <a:lvl6pPr>
              <a:defRPr sz="975" b="0">
                <a:solidFill>
                  <a:srgbClr val="5F6E85"/>
                </a:solidFill>
                <a:latin typeface="DejaVu Sans"/>
                <a:ea typeface="DejaVu Sans"/>
                <a:cs typeface="DejaVu Sans"/>
              </a:defRPr>
            </a:lvl6pPr>
            <a:lvl7pPr>
              <a:defRPr sz="975" b="0">
                <a:solidFill>
                  <a:srgbClr val="5F6E85"/>
                </a:solidFill>
                <a:latin typeface="DejaVu Sans"/>
                <a:ea typeface="DejaVu Sans"/>
                <a:cs typeface="DejaVu Sans"/>
              </a:defRPr>
            </a:lvl7pPr>
            <a:lvl8pPr>
              <a:defRPr sz="975" b="0">
                <a:solidFill>
                  <a:srgbClr val="5F6E85"/>
                </a:solidFill>
                <a:latin typeface="DejaVu Sans"/>
                <a:ea typeface="DejaVu Sans"/>
                <a:cs typeface="DejaVu Sans"/>
              </a:defRPr>
            </a:lvl8pPr>
            <a:lvl9pPr>
              <a:defRPr sz="975" b="0">
                <a:solidFill>
                  <a:srgbClr val="5F6E85"/>
                </a:solidFill>
                <a:latin typeface="DejaVu Sans"/>
                <a:ea typeface="DejaVu Sans"/>
                <a:cs typeface="DejaVu Sans"/>
              </a:defRPr>
            </a:lvl9pPr>
          </a:lstStyle>
          <a:p xmlns:a="http://schemas.openxmlformats.org/drawingml/2006/main">
            <a:pPr>
              <a:defRPr sz="975" b="0">
                <a:solidFill>
                  <a:srgbClr val="5F6E85"/>
                </a:solidFill>
                <a:latin typeface="DejaVu Sans"/>
                <a:ea typeface="DejaVu Sans"/>
                <a:cs typeface="DejaVu Sans"/>
              </a:defRPr>
            </a:pPr>
            <a:r>
              <a:rPr sz="975" b="0">
                <a:solidFill>
                  <a:srgbClr val="5F6E85"/>
                </a:solidFill>
                <a:latin typeface="DejaVu Sans"/>
                <a:ea typeface="DejaVu Sans"/>
                <a:cs typeface="DejaVu Sans"/>
              </a:rPr>
              <a:t>02 / 11</a:t>
            </a:r>
          </a:p>
        </p:txBody>
      </p:sp>
      <p:sp>
        <p:nvSpPr>
          <p:cNvPr id="4" name="">
            <a:extLst xmlns:a="http://schemas.openxmlformats.org/drawingml/2006/main">
              <a:ext uri="{FF2B5EF4-FFF2-40B4-BE49-F238E27FC236}">
                <a16:creationId xmlns:a16="http://schemas.microsoft.com/office/drawing/2014/main" id="{35A4CA3A-25C6-49A2-B7FA-7CC275B369BD}"/>
              </a:ext>
            </a:extLst>
          </p:cNvPr>
          <p:cNvSpPr>
            <a:spLocks xmlns:a="http://schemas.openxmlformats.org/drawingml/2006/main" noGrp="1"/>
          </p:cNvSpPr>
          <p:nvPr/>
        </p:nvSpPr>
        <p:spPr>
          <a:xfrm xmlns:a="http://schemas.openxmlformats.org/drawingml/2006/main">
            <a:off x="647700" y="2143125"/>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244B96"/>
                </a:solidFill>
                <a:latin typeface="DejaVu Sans"/>
                <a:ea typeface="DejaVu Sans"/>
                <a:cs typeface="DejaVu Sans"/>
              </a:defRPr>
            </a:defPPr>
            <a:lvl1pPr>
              <a:defRPr sz="1875" b="1">
                <a:solidFill>
                  <a:srgbClr val="244B96"/>
                </a:solidFill>
                <a:latin typeface="DejaVu Sans"/>
                <a:ea typeface="DejaVu Sans"/>
                <a:cs typeface="DejaVu Sans"/>
              </a:defRPr>
            </a:lvl1pPr>
            <a:lvl2pPr>
              <a:defRPr sz="1875" b="1">
                <a:solidFill>
                  <a:srgbClr val="244B96"/>
                </a:solidFill>
                <a:latin typeface="DejaVu Sans"/>
                <a:ea typeface="DejaVu Sans"/>
                <a:cs typeface="DejaVu Sans"/>
              </a:defRPr>
            </a:lvl2pPr>
            <a:lvl3pPr>
              <a:defRPr sz="1875" b="1">
                <a:solidFill>
                  <a:srgbClr val="244B96"/>
                </a:solidFill>
                <a:latin typeface="DejaVu Sans"/>
                <a:ea typeface="DejaVu Sans"/>
                <a:cs typeface="DejaVu Sans"/>
              </a:defRPr>
            </a:lvl3pPr>
            <a:lvl4pPr>
              <a:defRPr sz="1875" b="1">
                <a:solidFill>
                  <a:srgbClr val="244B96"/>
                </a:solidFill>
                <a:latin typeface="DejaVu Sans"/>
                <a:ea typeface="DejaVu Sans"/>
                <a:cs typeface="DejaVu Sans"/>
              </a:defRPr>
            </a:lvl4pPr>
            <a:lvl5pPr>
              <a:defRPr sz="1875" b="1">
                <a:solidFill>
                  <a:srgbClr val="244B96"/>
                </a:solidFill>
                <a:latin typeface="DejaVu Sans"/>
                <a:ea typeface="DejaVu Sans"/>
                <a:cs typeface="DejaVu Sans"/>
              </a:defRPr>
            </a:lvl5pPr>
            <a:lvl6pPr>
              <a:defRPr sz="1875" b="1">
                <a:solidFill>
                  <a:srgbClr val="244B96"/>
                </a:solidFill>
                <a:latin typeface="DejaVu Sans"/>
                <a:ea typeface="DejaVu Sans"/>
                <a:cs typeface="DejaVu Sans"/>
              </a:defRPr>
            </a:lvl6pPr>
            <a:lvl7pPr>
              <a:defRPr sz="1875" b="1">
                <a:solidFill>
                  <a:srgbClr val="244B96"/>
                </a:solidFill>
                <a:latin typeface="DejaVu Sans"/>
                <a:ea typeface="DejaVu Sans"/>
                <a:cs typeface="DejaVu Sans"/>
              </a:defRPr>
            </a:lvl7pPr>
            <a:lvl8pPr>
              <a:defRPr sz="1875" b="1">
                <a:solidFill>
                  <a:srgbClr val="244B96"/>
                </a:solidFill>
                <a:latin typeface="DejaVu Sans"/>
                <a:ea typeface="DejaVu Sans"/>
                <a:cs typeface="DejaVu Sans"/>
              </a:defRPr>
            </a:lvl8pPr>
            <a:lvl9pPr>
              <a:defRPr sz="1875" b="1">
                <a:solidFill>
                  <a:srgbClr val="244B96"/>
                </a:solidFill>
                <a:latin typeface="DejaVu Sans"/>
                <a:ea typeface="DejaVu Sans"/>
                <a:cs typeface="DejaVu Sans"/>
              </a:defRPr>
            </a:lvl9pPr>
          </a:lstStyle>
          <a:p xmlns:a="http://schemas.openxmlformats.org/drawingml/2006/main">
            <a:pPr>
              <a:defRPr sz="1875" b="1">
                <a:solidFill>
                  <a:srgbClr val="244B96"/>
                </a:solidFill>
                <a:latin typeface="DejaVu Sans"/>
                <a:ea typeface="DejaVu Sans"/>
                <a:cs typeface="DejaVu Sans"/>
              </a:defRPr>
            </a:pPr>
            <a:r>
              <a:rPr sz="1875" b="1">
                <a:solidFill>
                  <a:srgbClr val="244B96"/>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3D2DF21C-EEA5-40D7-951C-5EEA3AF94368}"/>
              </a:ext>
            </a:extLst>
          </p:cNvPr>
          <p:cNvSpPr>
            <a:spLocks xmlns:a="http://schemas.openxmlformats.org/drawingml/2006/main" noGrp="1"/>
          </p:cNvSpPr>
          <p:nvPr/>
        </p:nvSpPr>
        <p:spPr>
          <a:xfrm xmlns:a="http://schemas.openxmlformats.org/drawingml/2006/main">
            <a:off x="1476375" y="214312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42B58"/>
                </a:solidFill>
                <a:latin typeface="DejaVu Sans"/>
                <a:ea typeface="DejaVu Sans"/>
                <a:cs typeface="DejaVu Sans"/>
              </a:defRPr>
            </a:defPPr>
            <a:lvl1pPr>
              <a:defRPr sz="2100" b="1">
                <a:solidFill>
                  <a:srgbClr val="142B58"/>
                </a:solidFill>
                <a:latin typeface="DejaVu Sans"/>
                <a:ea typeface="DejaVu Sans"/>
                <a:cs typeface="DejaVu Sans"/>
              </a:defRPr>
            </a:lvl1pPr>
            <a:lvl2pPr>
              <a:defRPr sz="2100" b="1">
                <a:solidFill>
                  <a:srgbClr val="142B58"/>
                </a:solidFill>
                <a:latin typeface="DejaVu Sans"/>
                <a:ea typeface="DejaVu Sans"/>
                <a:cs typeface="DejaVu Sans"/>
              </a:defRPr>
            </a:lvl2pPr>
            <a:lvl3pPr>
              <a:defRPr sz="2100" b="1">
                <a:solidFill>
                  <a:srgbClr val="142B58"/>
                </a:solidFill>
                <a:latin typeface="DejaVu Sans"/>
                <a:ea typeface="DejaVu Sans"/>
                <a:cs typeface="DejaVu Sans"/>
              </a:defRPr>
            </a:lvl3pPr>
            <a:lvl4pPr>
              <a:defRPr sz="2100" b="1">
                <a:solidFill>
                  <a:srgbClr val="142B58"/>
                </a:solidFill>
                <a:latin typeface="DejaVu Sans"/>
                <a:ea typeface="DejaVu Sans"/>
                <a:cs typeface="DejaVu Sans"/>
              </a:defRPr>
            </a:lvl4pPr>
            <a:lvl5pPr>
              <a:defRPr sz="2100" b="1">
                <a:solidFill>
                  <a:srgbClr val="142B58"/>
                </a:solidFill>
                <a:latin typeface="DejaVu Sans"/>
                <a:ea typeface="DejaVu Sans"/>
                <a:cs typeface="DejaVu Sans"/>
              </a:defRPr>
            </a:lvl5pPr>
            <a:lvl6pPr>
              <a:defRPr sz="2100" b="1">
                <a:solidFill>
                  <a:srgbClr val="142B58"/>
                </a:solidFill>
                <a:latin typeface="DejaVu Sans"/>
                <a:ea typeface="DejaVu Sans"/>
                <a:cs typeface="DejaVu Sans"/>
              </a:defRPr>
            </a:lvl6pPr>
            <a:lvl7pPr>
              <a:defRPr sz="2100" b="1">
                <a:solidFill>
                  <a:srgbClr val="142B58"/>
                </a:solidFill>
                <a:latin typeface="DejaVu Sans"/>
                <a:ea typeface="DejaVu Sans"/>
                <a:cs typeface="DejaVu Sans"/>
              </a:defRPr>
            </a:lvl7pPr>
            <a:lvl8pPr>
              <a:defRPr sz="2100" b="1">
                <a:solidFill>
                  <a:srgbClr val="142B58"/>
                </a:solidFill>
                <a:latin typeface="DejaVu Sans"/>
                <a:ea typeface="DejaVu Sans"/>
                <a:cs typeface="DejaVu Sans"/>
              </a:defRPr>
            </a:lvl8pPr>
            <a:lvl9pPr>
              <a:defRPr sz="2100" b="1">
                <a:solidFill>
                  <a:srgbClr val="142B58"/>
                </a:solidFill>
                <a:latin typeface="DejaVu Sans"/>
                <a:ea typeface="DejaVu Sans"/>
                <a:cs typeface="DejaVu Sans"/>
              </a:defRPr>
            </a:lvl9pPr>
          </a:lstStyle>
          <a:p xmlns:a="http://schemas.openxmlformats.org/drawingml/2006/main">
            <a:pPr>
              <a:defRPr sz="2100" b="1">
                <a:solidFill>
                  <a:srgbClr val="142B58"/>
                </a:solidFill>
                <a:latin typeface="DejaVu Sans"/>
                <a:ea typeface="DejaVu Sans"/>
                <a:cs typeface="DejaVu Sans"/>
              </a:defRPr>
            </a:pPr>
            <a:r>
              <a:rPr sz="2100" b="1">
                <a:solidFill>
                  <a:srgbClr val="142B58"/>
                </a:solidFill>
                <a:latin typeface="DejaVu Sans"/>
                <a:ea typeface="DejaVu Sans"/>
                <a:cs typeface="DejaVu Sans"/>
              </a:rPr>
              <a:t>Finding department information</a:t>
            </a:r>
          </a:p>
        </p:txBody>
      </p:sp>
      <p:sp>
        <p:nvSpPr>
          <p:cNvPr id="6" name="">
            <a:extLst xmlns:a="http://schemas.openxmlformats.org/drawingml/2006/main">
              <a:ext uri="{FF2B5EF4-FFF2-40B4-BE49-F238E27FC236}">
                <a16:creationId xmlns:a16="http://schemas.microsoft.com/office/drawing/2014/main" id="{7B67F115-EDE4-41C2-B76E-8E19CDB64895}"/>
              </a:ext>
            </a:extLst>
          </p:cNvPr>
          <p:cNvSpPr>
            <a:spLocks xmlns:a="http://schemas.openxmlformats.org/drawingml/2006/main" noGrp="1"/>
          </p:cNvSpPr>
          <p:nvPr/>
        </p:nvSpPr>
        <p:spPr>
          <a:xfrm xmlns:a="http://schemas.openxmlformats.org/drawingml/2006/main">
            <a:off x="1476375" y="260032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F6E85"/>
                </a:solidFill>
                <a:latin typeface="DejaVu Sans"/>
                <a:ea typeface="DejaVu Sans"/>
                <a:cs typeface="DejaVu Sans"/>
              </a:defRPr>
            </a:defPPr>
            <a:lvl1pPr>
              <a:defRPr sz="1725" b="0">
                <a:solidFill>
                  <a:srgbClr val="5F6E85"/>
                </a:solidFill>
                <a:latin typeface="DejaVu Sans"/>
                <a:ea typeface="DejaVu Sans"/>
                <a:cs typeface="DejaVu Sans"/>
              </a:defRPr>
            </a:lvl1pPr>
            <a:lvl2pPr>
              <a:defRPr sz="1725" b="0">
                <a:solidFill>
                  <a:srgbClr val="5F6E85"/>
                </a:solidFill>
                <a:latin typeface="DejaVu Sans"/>
                <a:ea typeface="DejaVu Sans"/>
                <a:cs typeface="DejaVu Sans"/>
              </a:defRPr>
            </a:lvl2pPr>
            <a:lvl3pPr>
              <a:defRPr sz="1725" b="0">
                <a:solidFill>
                  <a:srgbClr val="5F6E85"/>
                </a:solidFill>
                <a:latin typeface="DejaVu Sans"/>
                <a:ea typeface="DejaVu Sans"/>
                <a:cs typeface="DejaVu Sans"/>
              </a:defRPr>
            </a:lvl3pPr>
            <a:lvl4pPr>
              <a:defRPr sz="1725" b="0">
                <a:solidFill>
                  <a:srgbClr val="5F6E85"/>
                </a:solidFill>
                <a:latin typeface="DejaVu Sans"/>
                <a:ea typeface="DejaVu Sans"/>
                <a:cs typeface="DejaVu Sans"/>
              </a:defRPr>
            </a:lvl4pPr>
            <a:lvl5pPr>
              <a:defRPr sz="1725" b="0">
                <a:solidFill>
                  <a:srgbClr val="5F6E85"/>
                </a:solidFill>
                <a:latin typeface="DejaVu Sans"/>
                <a:ea typeface="DejaVu Sans"/>
                <a:cs typeface="DejaVu Sans"/>
              </a:defRPr>
            </a:lvl5pPr>
            <a:lvl6pPr>
              <a:defRPr sz="1725" b="0">
                <a:solidFill>
                  <a:srgbClr val="5F6E85"/>
                </a:solidFill>
                <a:latin typeface="DejaVu Sans"/>
                <a:ea typeface="DejaVu Sans"/>
                <a:cs typeface="DejaVu Sans"/>
              </a:defRPr>
            </a:lvl6pPr>
            <a:lvl7pPr>
              <a:defRPr sz="1725" b="0">
                <a:solidFill>
                  <a:srgbClr val="5F6E85"/>
                </a:solidFill>
                <a:latin typeface="DejaVu Sans"/>
                <a:ea typeface="DejaVu Sans"/>
                <a:cs typeface="DejaVu Sans"/>
              </a:defRPr>
            </a:lvl7pPr>
            <a:lvl8pPr>
              <a:defRPr sz="1725" b="0">
                <a:solidFill>
                  <a:srgbClr val="5F6E85"/>
                </a:solidFill>
                <a:latin typeface="DejaVu Sans"/>
                <a:ea typeface="DejaVu Sans"/>
                <a:cs typeface="DejaVu Sans"/>
              </a:defRPr>
            </a:lvl8pPr>
            <a:lvl9pPr>
              <a:defRPr sz="1725" b="0">
                <a:solidFill>
                  <a:srgbClr val="5F6E85"/>
                </a:solidFill>
                <a:latin typeface="DejaVu Sans"/>
                <a:ea typeface="DejaVu Sans"/>
                <a:cs typeface="DejaVu Sans"/>
              </a:defRPr>
            </a:lvl9pPr>
          </a:lstStyle>
          <a:p xmlns:a="http://schemas.openxmlformats.org/drawingml/2006/main">
            <a:pPr>
              <a:defRPr sz="1725" b="0">
                <a:solidFill>
                  <a:srgbClr val="5F6E85"/>
                </a:solidFill>
                <a:latin typeface="DejaVu Sans"/>
                <a:ea typeface="DejaVu Sans"/>
                <a:cs typeface="DejaVu Sans"/>
              </a:defRPr>
            </a:pPr>
            <a:r>
              <a:rPr sz="1725" b="0">
                <a:solidFill>
                  <a:srgbClr val="5F6E85"/>
                </a:solidFill>
                <a:latin typeface="DejaVu Sans"/>
                <a:ea typeface="DejaVu Sans"/>
                <a:cs typeface="DejaVu Sans"/>
              </a:rPr>
              <a:t>Visitors need clear routes to programmes, research and notices.</a:t>
            </a:r>
          </a:p>
        </p:txBody>
      </p:sp>
      <p:sp>
        <p:nvSpPr>
          <p:cNvPr id="7" name="">
            <a:extLst xmlns:a="http://schemas.openxmlformats.org/drawingml/2006/main">
              <a:ext uri="{FF2B5EF4-FFF2-40B4-BE49-F238E27FC236}">
                <a16:creationId xmlns:a16="http://schemas.microsoft.com/office/drawing/2014/main" id="{96B264EE-3362-423D-A292-A0086DBC59AC}"/>
              </a:ext>
            </a:extLst>
          </p:cNvPr>
          <p:cNvSpPr>
            <a:spLocks xmlns:a="http://schemas.openxmlformats.org/drawingml/2006/main" noGrp="1"/>
          </p:cNvSpPr>
          <p:nvPr/>
        </p:nvSpPr>
        <p:spPr>
          <a:xfrm xmlns:a="http://schemas.openxmlformats.org/drawingml/2006/main">
            <a:off x="647700" y="3476625"/>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244B96"/>
                </a:solidFill>
                <a:latin typeface="DejaVu Sans"/>
                <a:ea typeface="DejaVu Sans"/>
                <a:cs typeface="DejaVu Sans"/>
              </a:defRPr>
            </a:defPPr>
            <a:lvl1pPr>
              <a:defRPr sz="1875" b="1">
                <a:solidFill>
                  <a:srgbClr val="244B96"/>
                </a:solidFill>
                <a:latin typeface="DejaVu Sans"/>
                <a:ea typeface="DejaVu Sans"/>
                <a:cs typeface="DejaVu Sans"/>
              </a:defRPr>
            </a:lvl1pPr>
            <a:lvl2pPr>
              <a:defRPr sz="1875" b="1">
                <a:solidFill>
                  <a:srgbClr val="244B96"/>
                </a:solidFill>
                <a:latin typeface="DejaVu Sans"/>
                <a:ea typeface="DejaVu Sans"/>
                <a:cs typeface="DejaVu Sans"/>
              </a:defRPr>
            </a:lvl2pPr>
            <a:lvl3pPr>
              <a:defRPr sz="1875" b="1">
                <a:solidFill>
                  <a:srgbClr val="244B96"/>
                </a:solidFill>
                <a:latin typeface="DejaVu Sans"/>
                <a:ea typeface="DejaVu Sans"/>
                <a:cs typeface="DejaVu Sans"/>
              </a:defRPr>
            </a:lvl3pPr>
            <a:lvl4pPr>
              <a:defRPr sz="1875" b="1">
                <a:solidFill>
                  <a:srgbClr val="244B96"/>
                </a:solidFill>
                <a:latin typeface="DejaVu Sans"/>
                <a:ea typeface="DejaVu Sans"/>
                <a:cs typeface="DejaVu Sans"/>
              </a:defRPr>
            </a:lvl4pPr>
            <a:lvl5pPr>
              <a:defRPr sz="1875" b="1">
                <a:solidFill>
                  <a:srgbClr val="244B96"/>
                </a:solidFill>
                <a:latin typeface="DejaVu Sans"/>
                <a:ea typeface="DejaVu Sans"/>
                <a:cs typeface="DejaVu Sans"/>
              </a:defRPr>
            </a:lvl5pPr>
            <a:lvl6pPr>
              <a:defRPr sz="1875" b="1">
                <a:solidFill>
                  <a:srgbClr val="244B96"/>
                </a:solidFill>
                <a:latin typeface="DejaVu Sans"/>
                <a:ea typeface="DejaVu Sans"/>
                <a:cs typeface="DejaVu Sans"/>
              </a:defRPr>
            </a:lvl6pPr>
            <a:lvl7pPr>
              <a:defRPr sz="1875" b="1">
                <a:solidFill>
                  <a:srgbClr val="244B96"/>
                </a:solidFill>
                <a:latin typeface="DejaVu Sans"/>
                <a:ea typeface="DejaVu Sans"/>
                <a:cs typeface="DejaVu Sans"/>
              </a:defRPr>
            </a:lvl7pPr>
            <a:lvl8pPr>
              <a:defRPr sz="1875" b="1">
                <a:solidFill>
                  <a:srgbClr val="244B96"/>
                </a:solidFill>
                <a:latin typeface="DejaVu Sans"/>
                <a:ea typeface="DejaVu Sans"/>
                <a:cs typeface="DejaVu Sans"/>
              </a:defRPr>
            </a:lvl8pPr>
            <a:lvl9pPr>
              <a:defRPr sz="1875" b="1">
                <a:solidFill>
                  <a:srgbClr val="244B96"/>
                </a:solidFill>
                <a:latin typeface="DejaVu Sans"/>
                <a:ea typeface="DejaVu Sans"/>
                <a:cs typeface="DejaVu Sans"/>
              </a:defRPr>
            </a:lvl9pPr>
          </a:lstStyle>
          <a:p xmlns:a="http://schemas.openxmlformats.org/drawingml/2006/main">
            <a:pPr>
              <a:defRPr sz="1875" b="1">
                <a:solidFill>
                  <a:srgbClr val="244B96"/>
                </a:solidFill>
                <a:latin typeface="DejaVu Sans"/>
                <a:ea typeface="DejaVu Sans"/>
                <a:cs typeface="DejaVu Sans"/>
              </a:defRPr>
            </a:pPr>
            <a:r>
              <a:rPr sz="1875" b="1">
                <a:solidFill>
                  <a:srgbClr val="244B96"/>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06F1DDC1-80B0-4BF5-B531-F1D7BFD5A8E0}"/>
              </a:ext>
            </a:extLst>
          </p:cNvPr>
          <p:cNvSpPr>
            <a:spLocks xmlns:a="http://schemas.openxmlformats.org/drawingml/2006/main" noGrp="1"/>
          </p:cNvSpPr>
          <p:nvPr/>
        </p:nvSpPr>
        <p:spPr>
          <a:xfrm xmlns:a="http://schemas.openxmlformats.org/drawingml/2006/main">
            <a:off x="1476375" y="347662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42B58"/>
                </a:solidFill>
                <a:latin typeface="DejaVu Sans"/>
                <a:ea typeface="DejaVu Sans"/>
                <a:cs typeface="DejaVu Sans"/>
              </a:defRPr>
            </a:defPPr>
            <a:lvl1pPr>
              <a:defRPr sz="2100" b="1">
                <a:solidFill>
                  <a:srgbClr val="142B58"/>
                </a:solidFill>
                <a:latin typeface="DejaVu Sans"/>
                <a:ea typeface="DejaVu Sans"/>
                <a:cs typeface="DejaVu Sans"/>
              </a:defRPr>
            </a:lvl1pPr>
            <a:lvl2pPr>
              <a:defRPr sz="2100" b="1">
                <a:solidFill>
                  <a:srgbClr val="142B58"/>
                </a:solidFill>
                <a:latin typeface="DejaVu Sans"/>
                <a:ea typeface="DejaVu Sans"/>
                <a:cs typeface="DejaVu Sans"/>
              </a:defRPr>
            </a:lvl2pPr>
            <a:lvl3pPr>
              <a:defRPr sz="2100" b="1">
                <a:solidFill>
                  <a:srgbClr val="142B58"/>
                </a:solidFill>
                <a:latin typeface="DejaVu Sans"/>
                <a:ea typeface="DejaVu Sans"/>
                <a:cs typeface="DejaVu Sans"/>
              </a:defRPr>
            </a:lvl3pPr>
            <a:lvl4pPr>
              <a:defRPr sz="2100" b="1">
                <a:solidFill>
                  <a:srgbClr val="142B58"/>
                </a:solidFill>
                <a:latin typeface="DejaVu Sans"/>
                <a:ea typeface="DejaVu Sans"/>
                <a:cs typeface="DejaVu Sans"/>
              </a:defRPr>
            </a:lvl4pPr>
            <a:lvl5pPr>
              <a:defRPr sz="2100" b="1">
                <a:solidFill>
                  <a:srgbClr val="142B58"/>
                </a:solidFill>
                <a:latin typeface="DejaVu Sans"/>
                <a:ea typeface="DejaVu Sans"/>
                <a:cs typeface="DejaVu Sans"/>
              </a:defRPr>
            </a:lvl5pPr>
            <a:lvl6pPr>
              <a:defRPr sz="2100" b="1">
                <a:solidFill>
                  <a:srgbClr val="142B58"/>
                </a:solidFill>
                <a:latin typeface="DejaVu Sans"/>
                <a:ea typeface="DejaVu Sans"/>
                <a:cs typeface="DejaVu Sans"/>
              </a:defRPr>
            </a:lvl6pPr>
            <a:lvl7pPr>
              <a:defRPr sz="2100" b="1">
                <a:solidFill>
                  <a:srgbClr val="142B58"/>
                </a:solidFill>
                <a:latin typeface="DejaVu Sans"/>
                <a:ea typeface="DejaVu Sans"/>
                <a:cs typeface="DejaVu Sans"/>
              </a:defRPr>
            </a:lvl7pPr>
            <a:lvl8pPr>
              <a:defRPr sz="2100" b="1">
                <a:solidFill>
                  <a:srgbClr val="142B58"/>
                </a:solidFill>
                <a:latin typeface="DejaVu Sans"/>
                <a:ea typeface="DejaVu Sans"/>
                <a:cs typeface="DejaVu Sans"/>
              </a:defRPr>
            </a:lvl8pPr>
            <a:lvl9pPr>
              <a:defRPr sz="2100" b="1">
                <a:solidFill>
                  <a:srgbClr val="142B58"/>
                </a:solidFill>
                <a:latin typeface="DejaVu Sans"/>
                <a:ea typeface="DejaVu Sans"/>
                <a:cs typeface="DejaVu Sans"/>
              </a:defRPr>
            </a:lvl9pPr>
          </a:lstStyle>
          <a:p xmlns:a="http://schemas.openxmlformats.org/drawingml/2006/main">
            <a:pPr>
              <a:defRPr sz="2100" b="1">
                <a:solidFill>
                  <a:srgbClr val="142B58"/>
                </a:solidFill>
                <a:latin typeface="DejaVu Sans"/>
                <a:ea typeface="DejaVu Sans"/>
                <a:cs typeface="DejaVu Sans"/>
              </a:defRPr>
            </a:pPr>
            <a:r>
              <a:rPr sz="2100" b="1">
                <a:solidFill>
                  <a:srgbClr val="142B58"/>
                </a:solidFill>
                <a:latin typeface="DejaVu Sans"/>
                <a:ea typeface="DejaVu Sans"/>
                <a:cs typeface="DejaVu Sans"/>
              </a:rPr>
              <a:t>Updating the current prototype</a:t>
            </a:r>
          </a:p>
        </p:txBody>
      </p:sp>
      <p:sp>
        <p:nvSpPr>
          <p:cNvPr id="9" name="">
            <a:extLst xmlns:a="http://schemas.openxmlformats.org/drawingml/2006/main">
              <a:ext uri="{FF2B5EF4-FFF2-40B4-BE49-F238E27FC236}">
                <a16:creationId xmlns:a16="http://schemas.microsoft.com/office/drawing/2014/main" id="{641AD94F-F524-466D-8CDA-3BD425080A44}"/>
              </a:ext>
            </a:extLst>
          </p:cNvPr>
          <p:cNvSpPr>
            <a:spLocks xmlns:a="http://schemas.openxmlformats.org/drawingml/2006/main" noGrp="1"/>
          </p:cNvSpPr>
          <p:nvPr/>
        </p:nvSpPr>
        <p:spPr>
          <a:xfrm xmlns:a="http://schemas.openxmlformats.org/drawingml/2006/main">
            <a:off x="1476375" y="393382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F6E85"/>
                </a:solidFill>
                <a:latin typeface="DejaVu Sans"/>
                <a:ea typeface="DejaVu Sans"/>
                <a:cs typeface="DejaVu Sans"/>
              </a:defRPr>
            </a:defPPr>
            <a:lvl1pPr>
              <a:defRPr sz="1725" b="0">
                <a:solidFill>
                  <a:srgbClr val="5F6E85"/>
                </a:solidFill>
                <a:latin typeface="DejaVu Sans"/>
                <a:ea typeface="DejaVu Sans"/>
                <a:cs typeface="DejaVu Sans"/>
              </a:defRPr>
            </a:lvl1pPr>
            <a:lvl2pPr>
              <a:defRPr sz="1725" b="0">
                <a:solidFill>
                  <a:srgbClr val="5F6E85"/>
                </a:solidFill>
                <a:latin typeface="DejaVu Sans"/>
                <a:ea typeface="DejaVu Sans"/>
                <a:cs typeface="DejaVu Sans"/>
              </a:defRPr>
            </a:lvl2pPr>
            <a:lvl3pPr>
              <a:defRPr sz="1725" b="0">
                <a:solidFill>
                  <a:srgbClr val="5F6E85"/>
                </a:solidFill>
                <a:latin typeface="DejaVu Sans"/>
                <a:ea typeface="DejaVu Sans"/>
                <a:cs typeface="DejaVu Sans"/>
              </a:defRPr>
            </a:lvl3pPr>
            <a:lvl4pPr>
              <a:defRPr sz="1725" b="0">
                <a:solidFill>
                  <a:srgbClr val="5F6E85"/>
                </a:solidFill>
                <a:latin typeface="DejaVu Sans"/>
                <a:ea typeface="DejaVu Sans"/>
                <a:cs typeface="DejaVu Sans"/>
              </a:defRPr>
            </a:lvl4pPr>
            <a:lvl5pPr>
              <a:defRPr sz="1725" b="0">
                <a:solidFill>
                  <a:srgbClr val="5F6E85"/>
                </a:solidFill>
                <a:latin typeface="DejaVu Sans"/>
                <a:ea typeface="DejaVu Sans"/>
                <a:cs typeface="DejaVu Sans"/>
              </a:defRPr>
            </a:lvl5pPr>
            <a:lvl6pPr>
              <a:defRPr sz="1725" b="0">
                <a:solidFill>
                  <a:srgbClr val="5F6E85"/>
                </a:solidFill>
                <a:latin typeface="DejaVu Sans"/>
                <a:ea typeface="DejaVu Sans"/>
                <a:cs typeface="DejaVu Sans"/>
              </a:defRPr>
            </a:lvl6pPr>
            <a:lvl7pPr>
              <a:defRPr sz="1725" b="0">
                <a:solidFill>
                  <a:srgbClr val="5F6E85"/>
                </a:solidFill>
                <a:latin typeface="DejaVu Sans"/>
                <a:ea typeface="DejaVu Sans"/>
                <a:cs typeface="DejaVu Sans"/>
              </a:defRPr>
            </a:lvl7pPr>
            <a:lvl8pPr>
              <a:defRPr sz="1725" b="0">
                <a:solidFill>
                  <a:srgbClr val="5F6E85"/>
                </a:solidFill>
                <a:latin typeface="DejaVu Sans"/>
                <a:ea typeface="DejaVu Sans"/>
                <a:cs typeface="DejaVu Sans"/>
              </a:defRPr>
            </a:lvl8pPr>
            <a:lvl9pPr>
              <a:defRPr sz="1725" b="0">
                <a:solidFill>
                  <a:srgbClr val="5F6E85"/>
                </a:solidFill>
                <a:latin typeface="DejaVu Sans"/>
                <a:ea typeface="DejaVu Sans"/>
                <a:cs typeface="DejaVu Sans"/>
              </a:defRPr>
            </a:lvl9pPr>
          </a:lstStyle>
          <a:p xmlns:a="http://schemas.openxmlformats.org/drawingml/2006/main">
            <a:pPr>
              <a:defRPr sz="1725" b="0">
                <a:solidFill>
                  <a:srgbClr val="5F6E85"/>
                </a:solidFill>
                <a:latin typeface="DejaVu Sans"/>
                <a:ea typeface="DejaVu Sans"/>
                <a:cs typeface="DejaVu Sans"/>
              </a:defRPr>
            </a:pPr>
            <a:r>
              <a:rPr sz="1725" b="0">
                <a:solidFill>
                  <a:srgbClr val="5F6E85"/>
                </a:solidFill>
                <a:latin typeface="DejaVu Sans"/>
                <a:ea typeface="DejaVu Sans"/>
                <a:cs typeface="DejaVu Sans"/>
              </a:rPr>
              <a:t>Changing a notice currently requires editing the HTML code.</a:t>
            </a:r>
          </a:p>
        </p:txBody>
      </p:sp>
      <p:sp>
        <p:nvSpPr>
          <p:cNvPr id="10" name="">
            <a:extLst xmlns:a="http://schemas.openxmlformats.org/drawingml/2006/main">
              <a:ext uri="{FF2B5EF4-FFF2-40B4-BE49-F238E27FC236}">
                <a16:creationId xmlns:a16="http://schemas.microsoft.com/office/drawing/2014/main" id="{FCA45FAA-B705-4543-A5CD-11F883386166}"/>
              </a:ext>
            </a:extLst>
          </p:cNvPr>
          <p:cNvSpPr>
            <a:spLocks xmlns:a="http://schemas.openxmlformats.org/drawingml/2006/main" noGrp="1"/>
          </p:cNvSpPr>
          <p:nvPr/>
        </p:nvSpPr>
        <p:spPr>
          <a:xfrm xmlns:a="http://schemas.openxmlformats.org/drawingml/2006/main">
            <a:off x="647700" y="4810125"/>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244B96"/>
                </a:solidFill>
                <a:latin typeface="DejaVu Sans"/>
                <a:ea typeface="DejaVu Sans"/>
                <a:cs typeface="DejaVu Sans"/>
              </a:defRPr>
            </a:defPPr>
            <a:lvl1pPr>
              <a:defRPr sz="1875" b="1">
                <a:solidFill>
                  <a:srgbClr val="244B96"/>
                </a:solidFill>
                <a:latin typeface="DejaVu Sans"/>
                <a:ea typeface="DejaVu Sans"/>
                <a:cs typeface="DejaVu Sans"/>
              </a:defRPr>
            </a:lvl1pPr>
            <a:lvl2pPr>
              <a:defRPr sz="1875" b="1">
                <a:solidFill>
                  <a:srgbClr val="244B96"/>
                </a:solidFill>
                <a:latin typeface="DejaVu Sans"/>
                <a:ea typeface="DejaVu Sans"/>
                <a:cs typeface="DejaVu Sans"/>
              </a:defRPr>
            </a:lvl2pPr>
            <a:lvl3pPr>
              <a:defRPr sz="1875" b="1">
                <a:solidFill>
                  <a:srgbClr val="244B96"/>
                </a:solidFill>
                <a:latin typeface="DejaVu Sans"/>
                <a:ea typeface="DejaVu Sans"/>
                <a:cs typeface="DejaVu Sans"/>
              </a:defRPr>
            </a:lvl3pPr>
            <a:lvl4pPr>
              <a:defRPr sz="1875" b="1">
                <a:solidFill>
                  <a:srgbClr val="244B96"/>
                </a:solidFill>
                <a:latin typeface="DejaVu Sans"/>
                <a:ea typeface="DejaVu Sans"/>
                <a:cs typeface="DejaVu Sans"/>
              </a:defRPr>
            </a:lvl4pPr>
            <a:lvl5pPr>
              <a:defRPr sz="1875" b="1">
                <a:solidFill>
                  <a:srgbClr val="244B96"/>
                </a:solidFill>
                <a:latin typeface="DejaVu Sans"/>
                <a:ea typeface="DejaVu Sans"/>
                <a:cs typeface="DejaVu Sans"/>
              </a:defRPr>
            </a:lvl5pPr>
            <a:lvl6pPr>
              <a:defRPr sz="1875" b="1">
                <a:solidFill>
                  <a:srgbClr val="244B96"/>
                </a:solidFill>
                <a:latin typeface="DejaVu Sans"/>
                <a:ea typeface="DejaVu Sans"/>
                <a:cs typeface="DejaVu Sans"/>
              </a:defRPr>
            </a:lvl6pPr>
            <a:lvl7pPr>
              <a:defRPr sz="1875" b="1">
                <a:solidFill>
                  <a:srgbClr val="244B96"/>
                </a:solidFill>
                <a:latin typeface="DejaVu Sans"/>
                <a:ea typeface="DejaVu Sans"/>
                <a:cs typeface="DejaVu Sans"/>
              </a:defRPr>
            </a:lvl7pPr>
            <a:lvl8pPr>
              <a:defRPr sz="1875" b="1">
                <a:solidFill>
                  <a:srgbClr val="244B96"/>
                </a:solidFill>
                <a:latin typeface="DejaVu Sans"/>
                <a:ea typeface="DejaVu Sans"/>
                <a:cs typeface="DejaVu Sans"/>
              </a:defRPr>
            </a:lvl8pPr>
            <a:lvl9pPr>
              <a:defRPr sz="1875" b="1">
                <a:solidFill>
                  <a:srgbClr val="244B96"/>
                </a:solidFill>
                <a:latin typeface="DejaVu Sans"/>
                <a:ea typeface="DejaVu Sans"/>
                <a:cs typeface="DejaVu Sans"/>
              </a:defRPr>
            </a:lvl9pPr>
          </a:lstStyle>
          <a:p xmlns:a="http://schemas.openxmlformats.org/drawingml/2006/main">
            <a:pPr>
              <a:defRPr sz="1875" b="1">
                <a:solidFill>
                  <a:srgbClr val="244B96"/>
                </a:solidFill>
                <a:latin typeface="DejaVu Sans"/>
                <a:ea typeface="DejaVu Sans"/>
                <a:cs typeface="DejaVu Sans"/>
              </a:defRPr>
            </a:pPr>
            <a:r>
              <a:rPr sz="1875" b="1">
                <a:solidFill>
                  <a:srgbClr val="244B96"/>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4D4E224E-A662-4065-826C-DC0334028C6F}"/>
              </a:ext>
            </a:extLst>
          </p:cNvPr>
          <p:cNvSpPr>
            <a:spLocks xmlns:a="http://schemas.openxmlformats.org/drawingml/2006/main" noGrp="1"/>
          </p:cNvSpPr>
          <p:nvPr/>
        </p:nvSpPr>
        <p:spPr>
          <a:xfrm xmlns:a="http://schemas.openxmlformats.org/drawingml/2006/main">
            <a:off x="1476375" y="481012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42B58"/>
                </a:solidFill>
                <a:latin typeface="DejaVu Sans"/>
                <a:ea typeface="DejaVu Sans"/>
                <a:cs typeface="DejaVu Sans"/>
              </a:defRPr>
            </a:defPPr>
            <a:lvl1pPr>
              <a:defRPr sz="2100" b="1">
                <a:solidFill>
                  <a:srgbClr val="142B58"/>
                </a:solidFill>
                <a:latin typeface="DejaVu Sans"/>
                <a:ea typeface="DejaVu Sans"/>
                <a:cs typeface="DejaVu Sans"/>
              </a:defRPr>
            </a:lvl1pPr>
            <a:lvl2pPr>
              <a:defRPr sz="2100" b="1">
                <a:solidFill>
                  <a:srgbClr val="142B58"/>
                </a:solidFill>
                <a:latin typeface="DejaVu Sans"/>
                <a:ea typeface="DejaVu Sans"/>
                <a:cs typeface="DejaVu Sans"/>
              </a:defRPr>
            </a:lvl2pPr>
            <a:lvl3pPr>
              <a:defRPr sz="2100" b="1">
                <a:solidFill>
                  <a:srgbClr val="142B58"/>
                </a:solidFill>
                <a:latin typeface="DejaVu Sans"/>
                <a:ea typeface="DejaVu Sans"/>
                <a:cs typeface="DejaVu Sans"/>
              </a:defRPr>
            </a:lvl3pPr>
            <a:lvl4pPr>
              <a:defRPr sz="2100" b="1">
                <a:solidFill>
                  <a:srgbClr val="142B58"/>
                </a:solidFill>
                <a:latin typeface="DejaVu Sans"/>
                <a:ea typeface="DejaVu Sans"/>
                <a:cs typeface="DejaVu Sans"/>
              </a:defRPr>
            </a:lvl4pPr>
            <a:lvl5pPr>
              <a:defRPr sz="2100" b="1">
                <a:solidFill>
                  <a:srgbClr val="142B58"/>
                </a:solidFill>
                <a:latin typeface="DejaVu Sans"/>
                <a:ea typeface="DejaVu Sans"/>
                <a:cs typeface="DejaVu Sans"/>
              </a:defRPr>
            </a:lvl5pPr>
            <a:lvl6pPr>
              <a:defRPr sz="2100" b="1">
                <a:solidFill>
                  <a:srgbClr val="142B58"/>
                </a:solidFill>
                <a:latin typeface="DejaVu Sans"/>
                <a:ea typeface="DejaVu Sans"/>
                <a:cs typeface="DejaVu Sans"/>
              </a:defRPr>
            </a:lvl6pPr>
            <a:lvl7pPr>
              <a:defRPr sz="2100" b="1">
                <a:solidFill>
                  <a:srgbClr val="142B58"/>
                </a:solidFill>
                <a:latin typeface="DejaVu Sans"/>
                <a:ea typeface="DejaVu Sans"/>
                <a:cs typeface="DejaVu Sans"/>
              </a:defRPr>
            </a:lvl7pPr>
            <a:lvl8pPr>
              <a:defRPr sz="2100" b="1">
                <a:solidFill>
                  <a:srgbClr val="142B58"/>
                </a:solidFill>
                <a:latin typeface="DejaVu Sans"/>
                <a:ea typeface="DejaVu Sans"/>
                <a:cs typeface="DejaVu Sans"/>
              </a:defRPr>
            </a:lvl8pPr>
            <a:lvl9pPr>
              <a:defRPr sz="2100" b="1">
                <a:solidFill>
                  <a:srgbClr val="142B58"/>
                </a:solidFill>
                <a:latin typeface="DejaVu Sans"/>
                <a:ea typeface="DejaVu Sans"/>
                <a:cs typeface="DejaVu Sans"/>
              </a:defRPr>
            </a:lvl9pPr>
          </a:lstStyle>
          <a:p xmlns:a="http://schemas.openxmlformats.org/drawingml/2006/main">
            <a:pPr>
              <a:defRPr sz="2100" b="1">
                <a:solidFill>
                  <a:srgbClr val="142B58"/>
                </a:solidFill>
                <a:latin typeface="DejaVu Sans"/>
                <a:ea typeface="DejaVu Sans"/>
                <a:cs typeface="DejaVu Sans"/>
              </a:defRPr>
            </a:pPr>
            <a:r>
              <a:rPr sz="2100" b="1">
                <a:solidFill>
                  <a:srgbClr val="142B58"/>
                </a:solidFill>
                <a:latin typeface="DejaVu Sans"/>
                <a:ea typeface="DejaVu Sans"/>
                <a:cs typeface="DejaVu Sans"/>
              </a:rPr>
              <a:t>Proposed solution</a:t>
            </a:r>
          </a:p>
        </p:txBody>
      </p:sp>
      <p:sp>
        <p:nvSpPr>
          <p:cNvPr id="12" name="">
            <a:extLst xmlns:a="http://schemas.openxmlformats.org/drawingml/2006/main">
              <a:ext uri="{FF2B5EF4-FFF2-40B4-BE49-F238E27FC236}">
                <a16:creationId xmlns:a16="http://schemas.microsoft.com/office/drawing/2014/main" id="{6A01A58A-F62E-4BFD-9658-801C5F3CA118}"/>
              </a:ext>
            </a:extLst>
          </p:cNvPr>
          <p:cNvSpPr>
            <a:spLocks xmlns:a="http://schemas.openxmlformats.org/drawingml/2006/main" noGrp="1"/>
          </p:cNvSpPr>
          <p:nvPr/>
        </p:nvSpPr>
        <p:spPr>
          <a:xfrm xmlns:a="http://schemas.openxmlformats.org/drawingml/2006/main">
            <a:off x="1476375" y="526732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F6E85"/>
                </a:solidFill>
                <a:latin typeface="DejaVu Sans"/>
                <a:ea typeface="DejaVu Sans"/>
                <a:cs typeface="DejaVu Sans"/>
              </a:defRPr>
            </a:defPPr>
            <a:lvl1pPr>
              <a:defRPr sz="1725" b="0">
                <a:solidFill>
                  <a:srgbClr val="5F6E85"/>
                </a:solidFill>
                <a:latin typeface="DejaVu Sans"/>
                <a:ea typeface="DejaVu Sans"/>
                <a:cs typeface="DejaVu Sans"/>
              </a:defRPr>
            </a:lvl1pPr>
            <a:lvl2pPr>
              <a:defRPr sz="1725" b="0">
                <a:solidFill>
                  <a:srgbClr val="5F6E85"/>
                </a:solidFill>
                <a:latin typeface="DejaVu Sans"/>
                <a:ea typeface="DejaVu Sans"/>
                <a:cs typeface="DejaVu Sans"/>
              </a:defRPr>
            </a:lvl2pPr>
            <a:lvl3pPr>
              <a:defRPr sz="1725" b="0">
                <a:solidFill>
                  <a:srgbClr val="5F6E85"/>
                </a:solidFill>
                <a:latin typeface="DejaVu Sans"/>
                <a:ea typeface="DejaVu Sans"/>
                <a:cs typeface="DejaVu Sans"/>
              </a:defRPr>
            </a:lvl3pPr>
            <a:lvl4pPr>
              <a:defRPr sz="1725" b="0">
                <a:solidFill>
                  <a:srgbClr val="5F6E85"/>
                </a:solidFill>
                <a:latin typeface="DejaVu Sans"/>
                <a:ea typeface="DejaVu Sans"/>
                <a:cs typeface="DejaVu Sans"/>
              </a:defRPr>
            </a:lvl4pPr>
            <a:lvl5pPr>
              <a:defRPr sz="1725" b="0">
                <a:solidFill>
                  <a:srgbClr val="5F6E85"/>
                </a:solidFill>
                <a:latin typeface="DejaVu Sans"/>
                <a:ea typeface="DejaVu Sans"/>
                <a:cs typeface="DejaVu Sans"/>
              </a:defRPr>
            </a:lvl5pPr>
            <a:lvl6pPr>
              <a:defRPr sz="1725" b="0">
                <a:solidFill>
                  <a:srgbClr val="5F6E85"/>
                </a:solidFill>
                <a:latin typeface="DejaVu Sans"/>
                <a:ea typeface="DejaVu Sans"/>
                <a:cs typeface="DejaVu Sans"/>
              </a:defRPr>
            </a:lvl6pPr>
            <a:lvl7pPr>
              <a:defRPr sz="1725" b="0">
                <a:solidFill>
                  <a:srgbClr val="5F6E85"/>
                </a:solidFill>
                <a:latin typeface="DejaVu Sans"/>
                <a:ea typeface="DejaVu Sans"/>
                <a:cs typeface="DejaVu Sans"/>
              </a:defRPr>
            </a:lvl7pPr>
            <a:lvl8pPr>
              <a:defRPr sz="1725" b="0">
                <a:solidFill>
                  <a:srgbClr val="5F6E85"/>
                </a:solidFill>
                <a:latin typeface="DejaVu Sans"/>
                <a:ea typeface="DejaVu Sans"/>
                <a:cs typeface="DejaVu Sans"/>
              </a:defRPr>
            </a:lvl8pPr>
            <a:lvl9pPr>
              <a:defRPr sz="1725" b="0">
                <a:solidFill>
                  <a:srgbClr val="5F6E85"/>
                </a:solidFill>
                <a:latin typeface="DejaVu Sans"/>
                <a:ea typeface="DejaVu Sans"/>
                <a:cs typeface="DejaVu Sans"/>
              </a:defRPr>
            </a:lvl9pPr>
          </a:lstStyle>
          <a:p xmlns:a="http://schemas.openxmlformats.org/drawingml/2006/main">
            <a:pPr>
              <a:defRPr sz="1725" b="0">
                <a:solidFill>
                  <a:srgbClr val="5F6E85"/>
                </a:solidFill>
                <a:latin typeface="DejaVu Sans"/>
                <a:ea typeface="DejaVu Sans"/>
                <a:cs typeface="DejaVu Sans"/>
              </a:defRPr>
            </a:pPr>
            <a:r>
              <a:rPr sz="1725" b="0">
                <a:solidFill>
                  <a:srgbClr val="5F6E85"/>
                </a:solidFill>
                <a:latin typeface="DejaVu Sans"/>
                <a:ea typeface="DejaVu Sans"/>
                <a:cs typeface="DejaVu Sans"/>
              </a:rPr>
              <a:t>An admin panel will allow authorised staff to update database content.</a:t>
            </a:r>
          </a:p>
        </p:txBody>
      </p:sp>
    </p:spTree>
    <p:extLst>
      <p:ext uri="{BB962C8B-B14F-4D97-AF65-F5344CB8AC3E}">
        <p14:creationId xmlns:p14="http://schemas.microsoft.com/office/powerpoint/2010/main" val="246529968"/>
      </p:ext>
    </p:extLst>
  </p:cSld>
</p:sld>
</file>

<file path=ppt/slides/slide3.xml><?xml version="1.0" encoding="utf-8"?>
<p:sld xmlns:p="http://schemas.openxmlformats.org/presentationml/2006/main">
  <p:cSld>
    <p:bg>
      <p:bgPr>
        <a:solidFill xmlns:a="http://schemas.openxmlformats.org/drawingml/2006/main">
          <a:srgbClr val="142B5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48AFB6-9E15-4151-B1DD-DF741A21F0B6}"/>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A9CAFF"/>
                </a:solidFill>
                <a:latin typeface="DejaVu Sans"/>
                <a:ea typeface="DejaVu Sans"/>
                <a:cs typeface="DejaVu Sans"/>
              </a:defRPr>
            </a:defPPr>
            <a:lvl1pPr>
              <a:defRPr sz="975" b="1">
                <a:solidFill>
                  <a:srgbClr val="A9CAFF"/>
                </a:solidFill>
                <a:latin typeface="DejaVu Sans"/>
                <a:ea typeface="DejaVu Sans"/>
                <a:cs typeface="DejaVu Sans"/>
              </a:defRPr>
            </a:lvl1pPr>
            <a:lvl2pPr>
              <a:defRPr sz="975" b="1">
                <a:solidFill>
                  <a:srgbClr val="A9CAFF"/>
                </a:solidFill>
                <a:latin typeface="DejaVu Sans"/>
                <a:ea typeface="DejaVu Sans"/>
                <a:cs typeface="DejaVu Sans"/>
              </a:defRPr>
            </a:lvl2pPr>
            <a:lvl3pPr>
              <a:defRPr sz="975" b="1">
                <a:solidFill>
                  <a:srgbClr val="A9CAFF"/>
                </a:solidFill>
                <a:latin typeface="DejaVu Sans"/>
                <a:ea typeface="DejaVu Sans"/>
                <a:cs typeface="DejaVu Sans"/>
              </a:defRPr>
            </a:lvl3pPr>
            <a:lvl4pPr>
              <a:defRPr sz="975" b="1">
                <a:solidFill>
                  <a:srgbClr val="A9CAFF"/>
                </a:solidFill>
                <a:latin typeface="DejaVu Sans"/>
                <a:ea typeface="DejaVu Sans"/>
                <a:cs typeface="DejaVu Sans"/>
              </a:defRPr>
            </a:lvl4pPr>
            <a:lvl5pPr>
              <a:defRPr sz="975" b="1">
                <a:solidFill>
                  <a:srgbClr val="A9CAFF"/>
                </a:solidFill>
                <a:latin typeface="DejaVu Sans"/>
                <a:ea typeface="DejaVu Sans"/>
                <a:cs typeface="DejaVu Sans"/>
              </a:defRPr>
            </a:lvl5pPr>
            <a:lvl6pPr>
              <a:defRPr sz="975" b="1">
                <a:solidFill>
                  <a:srgbClr val="A9CAFF"/>
                </a:solidFill>
                <a:latin typeface="DejaVu Sans"/>
                <a:ea typeface="DejaVu Sans"/>
                <a:cs typeface="DejaVu Sans"/>
              </a:defRPr>
            </a:lvl6pPr>
            <a:lvl7pPr>
              <a:defRPr sz="975" b="1">
                <a:solidFill>
                  <a:srgbClr val="A9CAFF"/>
                </a:solidFill>
                <a:latin typeface="DejaVu Sans"/>
                <a:ea typeface="DejaVu Sans"/>
                <a:cs typeface="DejaVu Sans"/>
              </a:defRPr>
            </a:lvl7pPr>
            <a:lvl8pPr>
              <a:defRPr sz="975" b="1">
                <a:solidFill>
                  <a:srgbClr val="A9CAFF"/>
                </a:solidFill>
                <a:latin typeface="DejaVu Sans"/>
                <a:ea typeface="DejaVu Sans"/>
                <a:cs typeface="DejaVu Sans"/>
              </a:defRPr>
            </a:lvl8pPr>
            <a:lvl9pPr>
              <a:defRPr sz="975" b="1">
                <a:solidFill>
                  <a:srgbClr val="A9CAFF"/>
                </a:solidFill>
                <a:latin typeface="DejaVu Sans"/>
                <a:ea typeface="DejaVu Sans"/>
                <a:cs typeface="DejaVu Sans"/>
              </a:defRPr>
            </a:lvl9pPr>
          </a:lstStyle>
          <a:p xmlns:a="http://schemas.openxmlformats.org/drawingml/2006/main">
            <a:pPr>
              <a:defRPr sz="975" b="1">
                <a:solidFill>
                  <a:srgbClr val="A9CAFF"/>
                </a:solidFill>
                <a:latin typeface="DejaVu Sans"/>
                <a:ea typeface="DejaVu Sans"/>
                <a:cs typeface="DejaVu Sans"/>
              </a:defRPr>
            </a:pPr>
            <a:r>
              <a:rPr sz="975" b="1">
                <a:solidFill>
                  <a:srgbClr val="A9CAFF"/>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37DD2877-2292-4F4E-8EB3-25A009F7821D}"/>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Objectives</a:t>
            </a:r>
          </a:p>
        </p:txBody>
      </p:sp>
      <p:sp>
        <p:nvSpPr>
          <p:cNvPr id="3" name="">
            <a:extLst xmlns:a="http://schemas.openxmlformats.org/drawingml/2006/main">
              <a:ext uri="{FF2B5EF4-FFF2-40B4-BE49-F238E27FC236}">
                <a16:creationId xmlns:a16="http://schemas.microsoft.com/office/drawing/2014/main" id="{43DA45A6-B94D-4DC7-BFCA-4E4EA0F4E037}"/>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DCCE3"/>
                </a:solidFill>
                <a:latin typeface="DejaVu Sans"/>
                <a:ea typeface="DejaVu Sans"/>
                <a:cs typeface="DejaVu Sans"/>
              </a:defRPr>
            </a:defPPr>
            <a:lvl1pPr>
              <a:defRPr sz="975" b="0">
                <a:solidFill>
                  <a:srgbClr val="BDCCE3"/>
                </a:solidFill>
                <a:latin typeface="DejaVu Sans"/>
                <a:ea typeface="DejaVu Sans"/>
                <a:cs typeface="DejaVu Sans"/>
              </a:defRPr>
            </a:lvl1pPr>
            <a:lvl2pPr>
              <a:defRPr sz="975" b="0">
                <a:solidFill>
                  <a:srgbClr val="BDCCE3"/>
                </a:solidFill>
                <a:latin typeface="DejaVu Sans"/>
                <a:ea typeface="DejaVu Sans"/>
                <a:cs typeface="DejaVu Sans"/>
              </a:defRPr>
            </a:lvl2pPr>
            <a:lvl3pPr>
              <a:defRPr sz="975" b="0">
                <a:solidFill>
                  <a:srgbClr val="BDCCE3"/>
                </a:solidFill>
                <a:latin typeface="DejaVu Sans"/>
                <a:ea typeface="DejaVu Sans"/>
                <a:cs typeface="DejaVu Sans"/>
              </a:defRPr>
            </a:lvl3pPr>
            <a:lvl4pPr>
              <a:defRPr sz="975" b="0">
                <a:solidFill>
                  <a:srgbClr val="BDCCE3"/>
                </a:solidFill>
                <a:latin typeface="DejaVu Sans"/>
                <a:ea typeface="DejaVu Sans"/>
                <a:cs typeface="DejaVu Sans"/>
              </a:defRPr>
            </a:lvl4pPr>
            <a:lvl5pPr>
              <a:defRPr sz="975" b="0">
                <a:solidFill>
                  <a:srgbClr val="BDCCE3"/>
                </a:solidFill>
                <a:latin typeface="DejaVu Sans"/>
                <a:ea typeface="DejaVu Sans"/>
                <a:cs typeface="DejaVu Sans"/>
              </a:defRPr>
            </a:lvl5pPr>
            <a:lvl6pPr>
              <a:defRPr sz="975" b="0">
                <a:solidFill>
                  <a:srgbClr val="BDCCE3"/>
                </a:solidFill>
                <a:latin typeface="DejaVu Sans"/>
                <a:ea typeface="DejaVu Sans"/>
                <a:cs typeface="DejaVu Sans"/>
              </a:defRPr>
            </a:lvl6pPr>
            <a:lvl7pPr>
              <a:defRPr sz="975" b="0">
                <a:solidFill>
                  <a:srgbClr val="BDCCE3"/>
                </a:solidFill>
                <a:latin typeface="DejaVu Sans"/>
                <a:ea typeface="DejaVu Sans"/>
                <a:cs typeface="DejaVu Sans"/>
              </a:defRPr>
            </a:lvl7pPr>
            <a:lvl8pPr>
              <a:defRPr sz="975" b="0">
                <a:solidFill>
                  <a:srgbClr val="BDCCE3"/>
                </a:solidFill>
                <a:latin typeface="DejaVu Sans"/>
                <a:ea typeface="DejaVu Sans"/>
                <a:cs typeface="DejaVu Sans"/>
              </a:defRPr>
            </a:lvl8pPr>
            <a:lvl9pPr>
              <a:defRPr sz="975" b="0">
                <a:solidFill>
                  <a:srgbClr val="BDCCE3"/>
                </a:solidFill>
                <a:latin typeface="DejaVu Sans"/>
                <a:ea typeface="DejaVu Sans"/>
                <a:cs typeface="DejaVu Sans"/>
              </a:defRPr>
            </a:lvl9pPr>
          </a:lstStyle>
          <a:p xmlns:a="http://schemas.openxmlformats.org/drawingml/2006/main">
            <a:pPr>
              <a:defRPr sz="975" b="0">
                <a:solidFill>
                  <a:srgbClr val="BDCCE3"/>
                </a:solidFill>
                <a:latin typeface="DejaVu Sans"/>
                <a:ea typeface="DejaVu Sans"/>
                <a:cs typeface="DejaVu Sans"/>
              </a:defRPr>
            </a:pPr>
            <a:r>
              <a:rPr sz="975" b="0">
                <a:solidFill>
                  <a:srgbClr val="BDCCE3"/>
                </a:solidFill>
                <a:latin typeface="DejaVu Sans"/>
                <a:ea typeface="DejaVu Sans"/>
                <a:cs typeface="DejaVu Sans"/>
              </a:rPr>
              <a:t>03 / 11</a:t>
            </a:r>
          </a:p>
        </p:txBody>
      </p:sp>
      <p:sp>
        <p:nvSpPr>
          <p:cNvPr id="4" name="">
            <a:extLst xmlns:a="http://schemas.openxmlformats.org/drawingml/2006/main">
              <a:ext uri="{FF2B5EF4-FFF2-40B4-BE49-F238E27FC236}">
                <a16:creationId xmlns:a16="http://schemas.microsoft.com/office/drawing/2014/main" id="{B4A45A2B-C09E-44C8-BDCA-29EE4CF1B06C}"/>
              </a:ext>
            </a:extLst>
          </p:cNvPr>
          <p:cNvSpPr>
            <a:spLocks xmlns:a="http://schemas.openxmlformats.org/drawingml/2006/main" noGrp="1"/>
          </p:cNvSpPr>
          <p:nvPr/>
        </p:nvSpPr>
        <p:spPr>
          <a:xfrm xmlns:a="http://schemas.openxmlformats.org/drawingml/2006/main">
            <a:off x="647700" y="2047875"/>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EFC16B"/>
                </a:solidFill>
                <a:latin typeface="DejaVu Sans"/>
                <a:ea typeface="DejaVu Sans"/>
                <a:cs typeface="DejaVu Sans"/>
              </a:defRPr>
            </a:defPPr>
            <a:lvl1pPr>
              <a:defRPr sz="1875" b="1">
                <a:solidFill>
                  <a:srgbClr val="EFC16B"/>
                </a:solidFill>
                <a:latin typeface="DejaVu Sans"/>
                <a:ea typeface="DejaVu Sans"/>
                <a:cs typeface="DejaVu Sans"/>
              </a:defRPr>
            </a:lvl1pPr>
            <a:lvl2pPr>
              <a:defRPr sz="1875" b="1">
                <a:solidFill>
                  <a:srgbClr val="EFC16B"/>
                </a:solidFill>
                <a:latin typeface="DejaVu Sans"/>
                <a:ea typeface="DejaVu Sans"/>
                <a:cs typeface="DejaVu Sans"/>
              </a:defRPr>
            </a:lvl2pPr>
            <a:lvl3pPr>
              <a:defRPr sz="1875" b="1">
                <a:solidFill>
                  <a:srgbClr val="EFC16B"/>
                </a:solidFill>
                <a:latin typeface="DejaVu Sans"/>
                <a:ea typeface="DejaVu Sans"/>
                <a:cs typeface="DejaVu Sans"/>
              </a:defRPr>
            </a:lvl3pPr>
            <a:lvl4pPr>
              <a:defRPr sz="1875" b="1">
                <a:solidFill>
                  <a:srgbClr val="EFC16B"/>
                </a:solidFill>
                <a:latin typeface="DejaVu Sans"/>
                <a:ea typeface="DejaVu Sans"/>
                <a:cs typeface="DejaVu Sans"/>
              </a:defRPr>
            </a:lvl4pPr>
            <a:lvl5pPr>
              <a:defRPr sz="1875" b="1">
                <a:solidFill>
                  <a:srgbClr val="EFC16B"/>
                </a:solidFill>
                <a:latin typeface="DejaVu Sans"/>
                <a:ea typeface="DejaVu Sans"/>
                <a:cs typeface="DejaVu Sans"/>
              </a:defRPr>
            </a:lvl5pPr>
            <a:lvl6pPr>
              <a:defRPr sz="1875" b="1">
                <a:solidFill>
                  <a:srgbClr val="EFC16B"/>
                </a:solidFill>
                <a:latin typeface="DejaVu Sans"/>
                <a:ea typeface="DejaVu Sans"/>
                <a:cs typeface="DejaVu Sans"/>
              </a:defRPr>
            </a:lvl6pPr>
            <a:lvl7pPr>
              <a:defRPr sz="1875" b="1">
                <a:solidFill>
                  <a:srgbClr val="EFC16B"/>
                </a:solidFill>
                <a:latin typeface="DejaVu Sans"/>
                <a:ea typeface="DejaVu Sans"/>
                <a:cs typeface="DejaVu Sans"/>
              </a:defRPr>
            </a:lvl7pPr>
            <a:lvl8pPr>
              <a:defRPr sz="1875" b="1">
                <a:solidFill>
                  <a:srgbClr val="EFC16B"/>
                </a:solidFill>
                <a:latin typeface="DejaVu Sans"/>
                <a:ea typeface="DejaVu Sans"/>
                <a:cs typeface="DejaVu Sans"/>
              </a:defRPr>
            </a:lvl8pPr>
            <a:lvl9pPr>
              <a:defRPr sz="1875" b="1">
                <a:solidFill>
                  <a:srgbClr val="EFC16B"/>
                </a:solidFill>
                <a:latin typeface="DejaVu Sans"/>
                <a:ea typeface="DejaVu Sans"/>
                <a:cs typeface="DejaVu Sans"/>
              </a:defRPr>
            </a:lvl9pPr>
          </a:lstStyle>
          <a:p xmlns:a="http://schemas.openxmlformats.org/drawingml/2006/main">
            <a:pPr>
              <a:defRPr sz="1875" b="1">
                <a:solidFill>
                  <a:srgbClr val="EFC16B"/>
                </a:solidFill>
                <a:latin typeface="DejaVu Sans"/>
                <a:ea typeface="DejaVu Sans"/>
                <a:cs typeface="DejaVu Sans"/>
              </a:defRPr>
            </a:pPr>
            <a:r>
              <a:rPr sz="1875" b="1">
                <a:solidFill>
                  <a:srgbClr val="EFC16B"/>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4C94EEDF-8A0F-4168-B16F-A5331935C8FF}"/>
              </a:ext>
            </a:extLst>
          </p:cNvPr>
          <p:cNvSpPr>
            <a:spLocks xmlns:a="http://schemas.openxmlformats.org/drawingml/2006/main" noGrp="1"/>
          </p:cNvSpPr>
          <p:nvPr/>
        </p:nvSpPr>
        <p:spPr>
          <a:xfrm xmlns:a="http://schemas.openxmlformats.org/drawingml/2006/main">
            <a:off x="1476375" y="204787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vl1pPr>
              <a:defRPr sz="2100" b="1">
                <a:solidFill>
                  <a:srgbClr val="FFFFFF"/>
                </a:solidFill>
                <a:latin typeface="DejaVu Sans"/>
                <a:ea typeface="DejaVu Sans"/>
                <a:cs typeface="DejaVu Sans"/>
              </a:defRPr>
            </a:lvl1pPr>
            <a:lvl2pPr>
              <a:defRPr sz="2100" b="1">
                <a:solidFill>
                  <a:srgbClr val="FFFFFF"/>
                </a:solidFill>
                <a:latin typeface="DejaVu Sans"/>
                <a:ea typeface="DejaVu Sans"/>
                <a:cs typeface="DejaVu Sans"/>
              </a:defRPr>
            </a:lvl2pPr>
            <a:lvl3pPr>
              <a:defRPr sz="2100" b="1">
                <a:solidFill>
                  <a:srgbClr val="FFFFFF"/>
                </a:solidFill>
                <a:latin typeface="DejaVu Sans"/>
                <a:ea typeface="DejaVu Sans"/>
                <a:cs typeface="DejaVu Sans"/>
              </a:defRPr>
            </a:lvl3pPr>
            <a:lvl4pPr>
              <a:defRPr sz="2100" b="1">
                <a:solidFill>
                  <a:srgbClr val="FFFFFF"/>
                </a:solidFill>
                <a:latin typeface="DejaVu Sans"/>
                <a:ea typeface="DejaVu Sans"/>
                <a:cs typeface="DejaVu Sans"/>
              </a:defRPr>
            </a:lvl4pPr>
            <a:lvl5pPr>
              <a:defRPr sz="2100" b="1">
                <a:solidFill>
                  <a:srgbClr val="FFFFFF"/>
                </a:solidFill>
                <a:latin typeface="DejaVu Sans"/>
                <a:ea typeface="DejaVu Sans"/>
                <a:cs typeface="DejaVu Sans"/>
              </a:defRPr>
            </a:lvl5pPr>
            <a:lvl6pPr>
              <a:defRPr sz="2100" b="1">
                <a:solidFill>
                  <a:srgbClr val="FFFFFF"/>
                </a:solidFill>
                <a:latin typeface="DejaVu Sans"/>
                <a:ea typeface="DejaVu Sans"/>
                <a:cs typeface="DejaVu Sans"/>
              </a:defRPr>
            </a:lvl6pPr>
            <a:lvl7pPr>
              <a:defRPr sz="2100" b="1">
                <a:solidFill>
                  <a:srgbClr val="FFFFFF"/>
                </a:solidFill>
                <a:latin typeface="DejaVu Sans"/>
                <a:ea typeface="DejaVu Sans"/>
                <a:cs typeface="DejaVu Sans"/>
              </a:defRPr>
            </a:lvl7pPr>
            <a:lvl8pPr>
              <a:defRPr sz="2100" b="1">
                <a:solidFill>
                  <a:srgbClr val="FFFFFF"/>
                </a:solidFill>
                <a:latin typeface="DejaVu Sans"/>
                <a:ea typeface="DejaVu Sans"/>
                <a:cs typeface="DejaVu Sans"/>
              </a:defRPr>
            </a:lvl8pPr>
            <a:lvl9pPr>
              <a:defRPr sz="2100" b="1">
                <a:solidFill>
                  <a:srgbClr val="FFFFFF"/>
                </a:solidFill>
                <a:latin typeface="DejaVu Sans"/>
                <a:ea typeface="DejaVu Sans"/>
                <a:cs typeface="DejaVu Sans"/>
              </a:defRPr>
            </a:lvl9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Make information easier to find</a:t>
            </a:r>
          </a:p>
        </p:txBody>
      </p:sp>
      <p:sp>
        <p:nvSpPr>
          <p:cNvPr id="6" name="">
            <a:extLst xmlns:a="http://schemas.openxmlformats.org/drawingml/2006/main">
              <a:ext uri="{FF2B5EF4-FFF2-40B4-BE49-F238E27FC236}">
                <a16:creationId xmlns:a16="http://schemas.microsoft.com/office/drawing/2014/main" id="{8B6D88F1-6512-4DD0-980D-FBEB50F96E2D}"/>
              </a:ext>
            </a:extLst>
          </p:cNvPr>
          <p:cNvSpPr>
            <a:spLocks xmlns:a="http://schemas.openxmlformats.org/drawingml/2006/main" noGrp="1"/>
          </p:cNvSpPr>
          <p:nvPr/>
        </p:nvSpPr>
        <p:spPr>
          <a:xfrm xmlns:a="http://schemas.openxmlformats.org/drawingml/2006/main">
            <a:off x="1476375" y="25050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C7D5EC"/>
                </a:solidFill>
                <a:latin typeface="DejaVu Sans"/>
                <a:ea typeface="DejaVu Sans"/>
                <a:cs typeface="DejaVu Sans"/>
              </a:defRPr>
            </a:defPPr>
            <a:lvl1pPr>
              <a:defRPr sz="1725" b="0">
                <a:solidFill>
                  <a:srgbClr val="C7D5EC"/>
                </a:solidFill>
                <a:latin typeface="DejaVu Sans"/>
                <a:ea typeface="DejaVu Sans"/>
                <a:cs typeface="DejaVu Sans"/>
              </a:defRPr>
            </a:lvl1pPr>
            <a:lvl2pPr>
              <a:defRPr sz="1725" b="0">
                <a:solidFill>
                  <a:srgbClr val="C7D5EC"/>
                </a:solidFill>
                <a:latin typeface="DejaVu Sans"/>
                <a:ea typeface="DejaVu Sans"/>
                <a:cs typeface="DejaVu Sans"/>
              </a:defRPr>
            </a:lvl2pPr>
            <a:lvl3pPr>
              <a:defRPr sz="1725" b="0">
                <a:solidFill>
                  <a:srgbClr val="C7D5EC"/>
                </a:solidFill>
                <a:latin typeface="DejaVu Sans"/>
                <a:ea typeface="DejaVu Sans"/>
                <a:cs typeface="DejaVu Sans"/>
              </a:defRPr>
            </a:lvl3pPr>
            <a:lvl4pPr>
              <a:defRPr sz="1725" b="0">
                <a:solidFill>
                  <a:srgbClr val="C7D5EC"/>
                </a:solidFill>
                <a:latin typeface="DejaVu Sans"/>
                <a:ea typeface="DejaVu Sans"/>
                <a:cs typeface="DejaVu Sans"/>
              </a:defRPr>
            </a:lvl4pPr>
            <a:lvl5pPr>
              <a:defRPr sz="1725" b="0">
                <a:solidFill>
                  <a:srgbClr val="C7D5EC"/>
                </a:solidFill>
                <a:latin typeface="DejaVu Sans"/>
                <a:ea typeface="DejaVu Sans"/>
                <a:cs typeface="DejaVu Sans"/>
              </a:defRPr>
            </a:lvl5pPr>
            <a:lvl6pPr>
              <a:defRPr sz="1725" b="0">
                <a:solidFill>
                  <a:srgbClr val="C7D5EC"/>
                </a:solidFill>
                <a:latin typeface="DejaVu Sans"/>
                <a:ea typeface="DejaVu Sans"/>
                <a:cs typeface="DejaVu Sans"/>
              </a:defRPr>
            </a:lvl6pPr>
            <a:lvl7pPr>
              <a:defRPr sz="1725" b="0">
                <a:solidFill>
                  <a:srgbClr val="C7D5EC"/>
                </a:solidFill>
                <a:latin typeface="DejaVu Sans"/>
                <a:ea typeface="DejaVu Sans"/>
                <a:cs typeface="DejaVu Sans"/>
              </a:defRPr>
            </a:lvl7pPr>
            <a:lvl8pPr>
              <a:defRPr sz="1725" b="0">
                <a:solidFill>
                  <a:srgbClr val="C7D5EC"/>
                </a:solidFill>
                <a:latin typeface="DejaVu Sans"/>
                <a:ea typeface="DejaVu Sans"/>
                <a:cs typeface="DejaVu Sans"/>
              </a:defRPr>
            </a:lvl8pPr>
            <a:lvl9pPr>
              <a:defRPr sz="1725" b="0">
                <a:solidFill>
                  <a:srgbClr val="C7D5EC"/>
                </a:solidFill>
                <a:latin typeface="DejaVu Sans"/>
                <a:ea typeface="DejaVu Sans"/>
                <a:cs typeface="DejaVu Sans"/>
              </a:defRPr>
            </a:lvl9pPr>
          </a:lstStyle>
          <a:p xmlns:a="http://schemas.openxmlformats.org/drawingml/2006/main">
            <a:pPr>
              <a:defRPr sz="1725" b="0">
                <a:solidFill>
                  <a:srgbClr val="C7D5EC"/>
                </a:solidFill>
                <a:latin typeface="DejaVu Sans"/>
                <a:ea typeface="DejaVu Sans"/>
                <a:cs typeface="DejaVu Sans"/>
              </a:defRPr>
            </a:pPr>
            <a:r>
              <a:rPr sz="1725" b="0">
                <a:solidFill>
                  <a:srgbClr val="C7D5EC"/>
                </a:solidFill>
                <a:latin typeface="DejaVu Sans"/>
                <a:ea typeface="DejaVu Sans"/>
                <a:cs typeface="DejaVu Sans"/>
              </a:rPr>
              <a:t>Use clear sections, navigation and useful links.</a:t>
            </a:r>
          </a:p>
        </p:txBody>
      </p:sp>
      <p:sp>
        <p:nvSpPr>
          <p:cNvPr id="7" name="">
            <a:extLst xmlns:a="http://schemas.openxmlformats.org/drawingml/2006/main">
              <a:ext uri="{FF2B5EF4-FFF2-40B4-BE49-F238E27FC236}">
                <a16:creationId xmlns:a16="http://schemas.microsoft.com/office/drawing/2014/main" id="{914DD976-680E-4DD4-9988-E3B4D0218684}"/>
              </a:ext>
            </a:extLst>
          </p:cNvPr>
          <p:cNvSpPr>
            <a:spLocks xmlns:a="http://schemas.openxmlformats.org/drawingml/2006/main" noGrp="1"/>
          </p:cNvSpPr>
          <p:nvPr/>
        </p:nvSpPr>
        <p:spPr>
          <a:xfrm xmlns:a="http://schemas.openxmlformats.org/drawingml/2006/main">
            <a:off x="647700" y="3381375"/>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EFC16B"/>
                </a:solidFill>
                <a:latin typeface="DejaVu Sans"/>
                <a:ea typeface="DejaVu Sans"/>
                <a:cs typeface="DejaVu Sans"/>
              </a:defRPr>
            </a:defPPr>
            <a:lvl1pPr>
              <a:defRPr sz="1875" b="1">
                <a:solidFill>
                  <a:srgbClr val="EFC16B"/>
                </a:solidFill>
                <a:latin typeface="DejaVu Sans"/>
                <a:ea typeface="DejaVu Sans"/>
                <a:cs typeface="DejaVu Sans"/>
              </a:defRPr>
            </a:lvl1pPr>
            <a:lvl2pPr>
              <a:defRPr sz="1875" b="1">
                <a:solidFill>
                  <a:srgbClr val="EFC16B"/>
                </a:solidFill>
                <a:latin typeface="DejaVu Sans"/>
                <a:ea typeface="DejaVu Sans"/>
                <a:cs typeface="DejaVu Sans"/>
              </a:defRPr>
            </a:lvl2pPr>
            <a:lvl3pPr>
              <a:defRPr sz="1875" b="1">
                <a:solidFill>
                  <a:srgbClr val="EFC16B"/>
                </a:solidFill>
                <a:latin typeface="DejaVu Sans"/>
                <a:ea typeface="DejaVu Sans"/>
                <a:cs typeface="DejaVu Sans"/>
              </a:defRPr>
            </a:lvl3pPr>
            <a:lvl4pPr>
              <a:defRPr sz="1875" b="1">
                <a:solidFill>
                  <a:srgbClr val="EFC16B"/>
                </a:solidFill>
                <a:latin typeface="DejaVu Sans"/>
                <a:ea typeface="DejaVu Sans"/>
                <a:cs typeface="DejaVu Sans"/>
              </a:defRPr>
            </a:lvl4pPr>
            <a:lvl5pPr>
              <a:defRPr sz="1875" b="1">
                <a:solidFill>
                  <a:srgbClr val="EFC16B"/>
                </a:solidFill>
                <a:latin typeface="DejaVu Sans"/>
                <a:ea typeface="DejaVu Sans"/>
                <a:cs typeface="DejaVu Sans"/>
              </a:defRPr>
            </a:lvl5pPr>
            <a:lvl6pPr>
              <a:defRPr sz="1875" b="1">
                <a:solidFill>
                  <a:srgbClr val="EFC16B"/>
                </a:solidFill>
                <a:latin typeface="DejaVu Sans"/>
                <a:ea typeface="DejaVu Sans"/>
                <a:cs typeface="DejaVu Sans"/>
              </a:defRPr>
            </a:lvl6pPr>
            <a:lvl7pPr>
              <a:defRPr sz="1875" b="1">
                <a:solidFill>
                  <a:srgbClr val="EFC16B"/>
                </a:solidFill>
                <a:latin typeface="DejaVu Sans"/>
                <a:ea typeface="DejaVu Sans"/>
                <a:cs typeface="DejaVu Sans"/>
              </a:defRPr>
            </a:lvl7pPr>
            <a:lvl8pPr>
              <a:defRPr sz="1875" b="1">
                <a:solidFill>
                  <a:srgbClr val="EFC16B"/>
                </a:solidFill>
                <a:latin typeface="DejaVu Sans"/>
                <a:ea typeface="DejaVu Sans"/>
                <a:cs typeface="DejaVu Sans"/>
              </a:defRPr>
            </a:lvl8pPr>
            <a:lvl9pPr>
              <a:defRPr sz="1875" b="1">
                <a:solidFill>
                  <a:srgbClr val="EFC16B"/>
                </a:solidFill>
                <a:latin typeface="DejaVu Sans"/>
                <a:ea typeface="DejaVu Sans"/>
                <a:cs typeface="DejaVu Sans"/>
              </a:defRPr>
            </a:lvl9pPr>
          </a:lstStyle>
          <a:p xmlns:a="http://schemas.openxmlformats.org/drawingml/2006/main">
            <a:pPr>
              <a:defRPr sz="1875" b="1">
                <a:solidFill>
                  <a:srgbClr val="EFC16B"/>
                </a:solidFill>
                <a:latin typeface="DejaVu Sans"/>
                <a:ea typeface="DejaVu Sans"/>
                <a:cs typeface="DejaVu Sans"/>
              </a:defRPr>
            </a:pPr>
            <a:r>
              <a:rPr sz="1875" b="1">
                <a:solidFill>
                  <a:srgbClr val="EFC16B"/>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7359D672-42E4-42F0-A95D-FA5F74EC333A}"/>
              </a:ext>
            </a:extLst>
          </p:cNvPr>
          <p:cNvSpPr>
            <a:spLocks xmlns:a="http://schemas.openxmlformats.org/drawingml/2006/main" noGrp="1"/>
          </p:cNvSpPr>
          <p:nvPr/>
        </p:nvSpPr>
        <p:spPr>
          <a:xfrm xmlns:a="http://schemas.openxmlformats.org/drawingml/2006/main">
            <a:off x="1476375" y="338137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vl1pPr>
              <a:defRPr sz="2100" b="1">
                <a:solidFill>
                  <a:srgbClr val="FFFFFF"/>
                </a:solidFill>
                <a:latin typeface="DejaVu Sans"/>
                <a:ea typeface="DejaVu Sans"/>
                <a:cs typeface="DejaVu Sans"/>
              </a:defRPr>
            </a:lvl1pPr>
            <a:lvl2pPr>
              <a:defRPr sz="2100" b="1">
                <a:solidFill>
                  <a:srgbClr val="FFFFFF"/>
                </a:solidFill>
                <a:latin typeface="DejaVu Sans"/>
                <a:ea typeface="DejaVu Sans"/>
                <a:cs typeface="DejaVu Sans"/>
              </a:defRPr>
            </a:lvl2pPr>
            <a:lvl3pPr>
              <a:defRPr sz="2100" b="1">
                <a:solidFill>
                  <a:srgbClr val="FFFFFF"/>
                </a:solidFill>
                <a:latin typeface="DejaVu Sans"/>
                <a:ea typeface="DejaVu Sans"/>
                <a:cs typeface="DejaVu Sans"/>
              </a:defRPr>
            </a:lvl3pPr>
            <a:lvl4pPr>
              <a:defRPr sz="2100" b="1">
                <a:solidFill>
                  <a:srgbClr val="FFFFFF"/>
                </a:solidFill>
                <a:latin typeface="DejaVu Sans"/>
                <a:ea typeface="DejaVu Sans"/>
                <a:cs typeface="DejaVu Sans"/>
              </a:defRPr>
            </a:lvl4pPr>
            <a:lvl5pPr>
              <a:defRPr sz="2100" b="1">
                <a:solidFill>
                  <a:srgbClr val="FFFFFF"/>
                </a:solidFill>
                <a:latin typeface="DejaVu Sans"/>
                <a:ea typeface="DejaVu Sans"/>
                <a:cs typeface="DejaVu Sans"/>
              </a:defRPr>
            </a:lvl5pPr>
            <a:lvl6pPr>
              <a:defRPr sz="2100" b="1">
                <a:solidFill>
                  <a:srgbClr val="FFFFFF"/>
                </a:solidFill>
                <a:latin typeface="DejaVu Sans"/>
                <a:ea typeface="DejaVu Sans"/>
                <a:cs typeface="DejaVu Sans"/>
              </a:defRPr>
            </a:lvl6pPr>
            <a:lvl7pPr>
              <a:defRPr sz="2100" b="1">
                <a:solidFill>
                  <a:srgbClr val="FFFFFF"/>
                </a:solidFill>
                <a:latin typeface="DejaVu Sans"/>
                <a:ea typeface="DejaVu Sans"/>
                <a:cs typeface="DejaVu Sans"/>
              </a:defRPr>
            </a:lvl7pPr>
            <a:lvl8pPr>
              <a:defRPr sz="2100" b="1">
                <a:solidFill>
                  <a:srgbClr val="FFFFFF"/>
                </a:solidFill>
                <a:latin typeface="DejaVu Sans"/>
                <a:ea typeface="DejaVu Sans"/>
                <a:cs typeface="DejaVu Sans"/>
              </a:defRPr>
            </a:lvl8pPr>
            <a:lvl9pPr>
              <a:defRPr sz="2100" b="1">
                <a:solidFill>
                  <a:srgbClr val="FFFFFF"/>
                </a:solidFill>
                <a:latin typeface="DejaVu Sans"/>
                <a:ea typeface="DejaVu Sans"/>
                <a:cs typeface="DejaVu Sans"/>
              </a:defRPr>
            </a:lvl9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Support different screen sizes</a:t>
            </a:r>
          </a:p>
        </p:txBody>
      </p:sp>
      <p:sp>
        <p:nvSpPr>
          <p:cNvPr id="9" name="">
            <a:extLst xmlns:a="http://schemas.openxmlformats.org/drawingml/2006/main">
              <a:ext uri="{FF2B5EF4-FFF2-40B4-BE49-F238E27FC236}">
                <a16:creationId xmlns:a16="http://schemas.microsoft.com/office/drawing/2014/main" id="{7293F55C-1600-4875-A902-EA8951481040}"/>
              </a:ext>
            </a:extLst>
          </p:cNvPr>
          <p:cNvSpPr>
            <a:spLocks xmlns:a="http://schemas.openxmlformats.org/drawingml/2006/main" noGrp="1"/>
          </p:cNvSpPr>
          <p:nvPr/>
        </p:nvSpPr>
        <p:spPr>
          <a:xfrm xmlns:a="http://schemas.openxmlformats.org/drawingml/2006/main">
            <a:off x="1476375" y="38385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C7D5EC"/>
                </a:solidFill>
                <a:latin typeface="DejaVu Sans"/>
                <a:ea typeface="DejaVu Sans"/>
                <a:cs typeface="DejaVu Sans"/>
              </a:defRPr>
            </a:defPPr>
            <a:lvl1pPr>
              <a:defRPr sz="1725" b="0">
                <a:solidFill>
                  <a:srgbClr val="C7D5EC"/>
                </a:solidFill>
                <a:latin typeface="DejaVu Sans"/>
                <a:ea typeface="DejaVu Sans"/>
                <a:cs typeface="DejaVu Sans"/>
              </a:defRPr>
            </a:lvl1pPr>
            <a:lvl2pPr>
              <a:defRPr sz="1725" b="0">
                <a:solidFill>
                  <a:srgbClr val="C7D5EC"/>
                </a:solidFill>
                <a:latin typeface="DejaVu Sans"/>
                <a:ea typeface="DejaVu Sans"/>
                <a:cs typeface="DejaVu Sans"/>
              </a:defRPr>
            </a:lvl2pPr>
            <a:lvl3pPr>
              <a:defRPr sz="1725" b="0">
                <a:solidFill>
                  <a:srgbClr val="C7D5EC"/>
                </a:solidFill>
                <a:latin typeface="DejaVu Sans"/>
                <a:ea typeface="DejaVu Sans"/>
                <a:cs typeface="DejaVu Sans"/>
              </a:defRPr>
            </a:lvl3pPr>
            <a:lvl4pPr>
              <a:defRPr sz="1725" b="0">
                <a:solidFill>
                  <a:srgbClr val="C7D5EC"/>
                </a:solidFill>
                <a:latin typeface="DejaVu Sans"/>
                <a:ea typeface="DejaVu Sans"/>
                <a:cs typeface="DejaVu Sans"/>
              </a:defRPr>
            </a:lvl4pPr>
            <a:lvl5pPr>
              <a:defRPr sz="1725" b="0">
                <a:solidFill>
                  <a:srgbClr val="C7D5EC"/>
                </a:solidFill>
                <a:latin typeface="DejaVu Sans"/>
                <a:ea typeface="DejaVu Sans"/>
                <a:cs typeface="DejaVu Sans"/>
              </a:defRPr>
            </a:lvl5pPr>
            <a:lvl6pPr>
              <a:defRPr sz="1725" b="0">
                <a:solidFill>
                  <a:srgbClr val="C7D5EC"/>
                </a:solidFill>
                <a:latin typeface="DejaVu Sans"/>
                <a:ea typeface="DejaVu Sans"/>
                <a:cs typeface="DejaVu Sans"/>
              </a:defRPr>
            </a:lvl6pPr>
            <a:lvl7pPr>
              <a:defRPr sz="1725" b="0">
                <a:solidFill>
                  <a:srgbClr val="C7D5EC"/>
                </a:solidFill>
                <a:latin typeface="DejaVu Sans"/>
                <a:ea typeface="DejaVu Sans"/>
                <a:cs typeface="DejaVu Sans"/>
              </a:defRPr>
            </a:lvl7pPr>
            <a:lvl8pPr>
              <a:defRPr sz="1725" b="0">
                <a:solidFill>
                  <a:srgbClr val="C7D5EC"/>
                </a:solidFill>
                <a:latin typeface="DejaVu Sans"/>
                <a:ea typeface="DejaVu Sans"/>
                <a:cs typeface="DejaVu Sans"/>
              </a:defRPr>
            </a:lvl8pPr>
            <a:lvl9pPr>
              <a:defRPr sz="1725" b="0">
                <a:solidFill>
                  <a:srgbClr val="C7D5EC"/>
                </a:solidFill>
                <a:latin typeface="DejaVu Sans"/>
                <a:ea typeface="DejaVu Sans"/>
                <a:cs typeface="DejaVu Sans"/>
              </a:defRPr>
            </a:lvl9pPr>
          </a:lstStyle>
          <a:p xmlns:a="http://schemas.openxmlformats.org/drawingml/2006/main">
            <a:pPr>
              <a:defRPr sz="1725" b="0">
                <a:solidFill>
                  <a:srgbClr val="C7D5EC"/>
                </a:solidFill>
                <a:latin typeface="DejaVu Sans"/>
                <a:ea typeface="DejaVu Sans"/>
                <a:cs typeface="DejaVu Sans"/>
              </a:defRPr>
            </a:pPr>
            <a:r>
              <a:rPr sz="1725" b="0">
                <a:solidFill>
                  <a:srgbClr val="C7D5EC"/>
                </a:solidFill>
                <a:latin typeface="DejaVu Sans"/>
                <a:ea typeface="DejaVu Sans"/>
                <a:cs typeface="DejaVu Sans"/>
              </a:rPr>
              <a:t>Use CSS Flexbox and a mobile media query.</a:t>
            </a:r>
          </a:p>
        </p:txBody>
      </p:sp>
      <p:sp>
        <p:nvSpPr>
          <p:cNvPr id="10" name="">
            <a:extLst xmlns:a="http://schemas.openxmlformats.org/drawingml/2006/main">
              <a:ext uri="{FF2B5EF4-FFF2-40B4-BE49-F238E27FC236}">
                <a16:creationId xmlns:a16="http://schemas.microsoft.com/office/drawing/2014/main" id="{6173AC72-F372-4F88-AB93-94D6543CE586}"/>
              </a:ext>
            </a:extLst>
          </p:cNvPr>
          <p:cNvSpPr>
            <a:spLocks xmlns:a="http://schemas.openxmlformats.org/drawingml/2006/main" noGrp="1"/>
          </p:cNvSpPr>
          <p:nvPr/>
        </p:nvSpPr>
        <p:spPr>
          <a:xfrm xmlns:a="http://schemas.openxmlformats.org/drawingml/2006/main">
            <a:off x="647700" y="4714875"/>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EFC16B"/>
                </a:solidFill>
                <a:latin typeface="DejaVu Sans"/>
                <a:ea typeface="DejaVu Sans"/>
                <a:cs typeface="DejaVu Sans"/>
              </a:defRPr>
            </a:defPPr>
            <a:lvl1pPr>
              <a:defRPr sz="1875" b="1">
                <a:solidFill>
                  <a:srgbClr val="EFC16B"/>
                </a:solidFill>
                <a:latin typeface="DejaVu Sans"/>
                <a:ea typeface="DejaVu Sans"/>
                <a:cs typeface="DejaVu Sans"/>
              </a:defRPr>
            </a:lvl1pPr>
            <a:lvl2pPr>
              <a:defRPr sz="1875" b="1">
                <a:solidFill>
                  <a:srgbClr val="EFC16B"/>
                </a:solidFill>
                <a:latin typeface="DejaVu Sans"/>
                <a:ea typeface="DejaVu Sans"/>
                <a:cs typeface="DejaVu Sans"/>
              </a:defRPr>
            </a:lvl2pPr>
            <a:lvl3pPr>
              <a:defRPr sz="1875" b="1">
                <a:solidFill>
                  <a:srgbClr val="EFC16B"/>
                </a:solidFill>
                <a:latin typeface="DejaVu Sans"/>
                <a:ea typeface="DejaVu Sans"/>
                <a:cs typeface="DejaVu Sans"/>
              </a:defRPr>
            </a:lvl3pPr>
            <a:lvl4pPr>
              <a:defRPr sz="1875" b="1">
                <a:solidFill>
                  <a:srgbClr val="EFC16B"/>
                </a:solidFill>
                <a:latin typeface="DejaVu Sans"/>
                <a:ea typeface="DejaVu Sans"/>
                <a:cs typeface="DejaVu Sans"/>
              </a:defRPr>
            </a:lvl4pPr>
            <a:lvl5pPr>
              <a:defRPr sz="1875" b="1">
                <a:solidFill>
                  <a:srgbClr val="EFC16B"/>
                </a:solidFill>
                <a:latin typeface="DejaVu Sans"/>
                <a:ea typeface="DejaVu Sans"/>
                <a:cs typeface="DejaVu Sans"/>
              </a:defRPr>
            </a:lvl5pPr>
            <a:lvl6pPr>
              <a:defRPr sz="1875" b="1">
                <a:solidFill>
                  <a:srgbClr val="EFC16B"/>
                </a:solidFill>
                <a:latin typeface="DejaVu Sans"/>
                <a:ea typeface="DejaVu Sans"/>
                <a:cs typeface="DejaVu Sans"/>
              </a:defRPr>
            </a:lvl6pPr>
            <a:lvl7pPr>
              <a:defRPr sz="1875" b="1">
                <a:solidFill>
                  <a:srgbClr val="EFC16B"/>
                </a:solidFill>
                <a:latin typeface="DejaVu Sans"/>
                <a:ea typeface="DejaVu Sans"/>
                <a:cs typeface="DejaVu Sans"/>
              </a:defRPr>
            </a:lvl7pPr>
            <a:lvl8pPr>
              <a:defRPr sz="1875" b="1">
                <a:solidFill>
                  <a:srgbClr val="EFC16B"/>
                </a:solidFill>
                <a:latin typeface="DejaVu Sans"/>
                <a:ea typeface="DejaVu Sans"/>
                <a:cs typeface="DejaVu Sans"/>
              </a:defRPr>
            </a:lvl8pPr>
            <a:lvl9pPr>
              <a:defRPr sz="1875" b="1">
                <a:solidFill>
                  <a:srgbClr val="EFC16B"/>
                </a:solidFill>
                <a:latin typeface="DejaVu Sans"/>
                <a:ea typeface="DejaVu Sans"/>
                <a:cs typeface="DejaVu Sans"/>
              </a:defRPr>
            </a:lvl9pPr>
          </a:lstStyle>
          <a:p xmlns:a="http://schemas.openxmlformats.org/drawingml/2006/main">
            <a:pPr>
              <a:defRPr sz="1875" b="1">
                <a:solidFill>
                  <a:srgbClr val="EFC16B"/>
                </a:solidFill>
                <a:latin typeface="DejaVu Sans"/>
                <a:ea typeface="DejaVu Sans"/>
                <a:cs typeface="DejaVu Sans"/>
              </a:defRPr>
            </a:pPr>
            <a:r>
              <a:rPr sz="1875" b="1">
                <a:solidFill>
                  <a:srgbClr val="EFC16B"/>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832FF01E-76F0-48F7-B3B4-3ED18041F6B9}"/>
              </a:ext>
            </a:extLst>
          </p:cNvPr>
          <p:cNvSpPr>
            <a:spLocks xmlns:a="http://schemas.openxmlformats.org/drawingml/2006/main" noGrp="1"/>
          </p:cNvSpPr>
          <p:nvPr/>
        </p:nvSpPr>
        <p:spPr>
          <a:xfrm xmlns:a="http://schemas.openxmlformats.org/drawingml/2006/main">
            <a:off x="1476375" y="471487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vl1pPr>
              <a:defRPr sz="2100" b="1">
                <a:solidFill>
                  <a:srgbClr val="FFFFFF"/>
                </a:solidFill>
                <a:latin typeface="DejaVu Sans"/>
                <a:ea typeface="DejaVu Sans"/>
                <a:cs typeface="DejaVu Sans"/>
              </a:defRPr>
            </a:lvl1pPr>
            <a:lvl2pPr>
              <a:defRPr sz="2100" b="1">
                <a:solidFill>
                  <a:srgbClr val="FFFFFF"/>
                </a:solidFill>
                <a:latin typeface="DejaVu Sans"/>
                <a:ea typeface="DejaVu Sans"/>
                <a:cs typeface="DejaVu Sans"/>
              </a:defRPr>
            </a:lvl2pPr>
            <a:lvl3pPr>
              <a:defRPr sz="2100" b="1">
                <a:solidFill>
                  <a:srgbClr val="FFFFFF"/>
                </a:solidFill>
                <a:latin typeface="DejaVu Sans"/>
                <a:ea typeface="DejaVu Sans"/>
                <a:cs typeface="DejaVu Sans"/>
              </a:defRPr>
            </a:lvl3pPr>
            <a:lvl4pPr>
              <a:defRPr sz="2100" b="1">
                <a:solidFill>
                  <a:srgbClr val="FFFFFF"/>
                </a:solidFill>
                <a:latin typeface="DejaVu Sans"/>
                <a:ea typeface="DejaVu Sans"/>
                <a:cs typeface="DejaVu Sans"/>
              </a:defRPr>
            </a:lvl4pPr>
            <a:lvl5pPr>
              <a:defRPr sz="2100" b="1">
                <a:solidFill>
                  <a:srgbClr val="FFFFFF"/>
                </a:solidFill>
                <a:latin typeface="DejaVu Sans"/>
                <a:ea typeface="DejaVu Sans"/>
                <a:cs typeface="DejaVu Sans"/>
              </a:defRPr>
            </a:lvl5pPr>
            <a:lvl6pPr>
              <a:defRPr sz="2100" b="1">
                <a:solidFill>
                  <a:srgbClr val="FFFFFF"/>
                </a:solidFill>
                <a:latin typeface="DejaVu Sans"/>
                <a:ea typeface="DejaVu Sans"/>
                <a:cs typeface="DejaVu Sans"/>
              </a:defRPr>
            </a:lvl6pPr>
            <a:lvl7pPr>
              <a:defRPr sz="2100" b="1">
                <a:solidFill>
                  <a:srgbClr val="FFFFFF"/>
                </a:solidFill>
                <a:latin typeface="DejaVu Sans"/>
                <a:ea typeface="DejaVu Sans"/>
                <a:cs typeface="DejaVu Sans"/>
              </a:defRPr>
            </a:lvl7pPr>
            <a:lvl8pPr>
              <a:defRPr sz="2100" b="1">
                <a:solidFill>
                  <a:srgbClr val="FFFFFF"/>
                </a:solidFill>
                <a:latin typeface="DejaVu Sans"/>
                <a:ea typeface="DejaVu Sans"/>
                <a:cs typeface="DejaVu Sans"/>
              </a:defRPr>
            </a:lvl8pPr>
            <a:lvl9pPr>
              <a:defRPr sz="2100" b="1">
                <a:solidFill>
                  <a:srgbClr val="FFFFFF"/>
                </a:solidFill>
                <a:latin typeface="DejaVu Sans"/>
                <a:ea typeface="DejaVu Sans"/>
                <a:cs typeface="DejaVu Sans"/>
              </a:defRPr>
            </a:lvl9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Make content easier to maintain</a:t>
            </a:r>
          </a:p>
        </p:txBody>
      </p:sp>
      <p:sp>
        <p:nvSpPr>
          <p:cNvPr id="12" name="">
            <a:extLst xmlns:a="http://schemas.openxmlformats.org/drawingml/2006/main">
              <a:ext uri="{FF2B5EF4-FFF2-40B4-BE49-F238E27FC236}">
                <a16:creationId xmlns:a16="http://schemas.microsoft.com/office/drawing/2014/main" id="{6B07DD42-7BC8-43D4-AF29-C91B8A12B8AD}"/>
              </a:ext>
            </a:extLst>
          </p:cNvPr>
          <p:cNvSpPr>
            <a:spLocks xmlns:a="http://schemas.openxmlformats.org/drawingml/2006/main" noGrp="1"/>
          </p:cNvSpPr>
          <p:nvPr/>
        </p:nvSpPr>
        <p:spPr>
          <a:xfrm xmlns:a="http://schemas.openxmlformats.org/drawingml/2006/main">
            <a:off x="1476375" y="51720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C7D5EC"/>
                </a:solidFill>
                <a:latin typeface="DejaVu Sans"/>
                <a:ea typeface="DejaVu Sans"/>
                <a:cs typeface="DejaVu Sans"/>
              </a:defRPr>
            </a:defPPr>
            <a:lvl1pPr>
              <a:defRPr sz="1725" b="0">
                <a:solidFill>
                  <a:srgbClr val="C7D5EC"/>
                </a:solidFill>
                <a:latin typeface="DejaVu Sans"/>
                <a:ea typeface="DejaVu Sans"/>
                <a:cs typeface="DejaVu Sans"/>
              </a:defRPr>
            </a:lvl1pPr>
            <a:lvl2pPr>
              <a:defRPr sz="1725" b="0">
                <a:solidFill>
                  <a:srgbClr val="C7D5EC"/>
                </a:solidFill>
                <a:latin typeface="DejaVu Sans"/>
                <a:ea typeface="DejaVu Sans"/>
                <a:cs typeface="DejaVu Sans"/>
              </a:defRPr>
            </a:lvl2pPr>
            <a:lvl3pPr>
              <a:defRPr sz="1725" b="0">
                <a:solidFill>
                  <a:srgbClr val="C7D5EC"/>
                </a:solidFill>
                <a:latin typeface="DejaVu Sans"/>
                <a:ea typeface="DejaVu Sans"/>
                <a:cs typeface="DejaVu Sans"/>
              </a:defRPr>
            </a:lvl3pPr>
            <a:lvl4pPr>
              <a:defRPr sz="1725" b="0">
                <a:solidFill>
                  <a:srgbClr val="C7D5EC"/>
                </a:solidFill>
                <a:latin typeface="DejaVu Sans"/>
                <a:ea typeface="DejaVu Sans"/>
                <a:cs typeface="DejaVu Sans"/>
              </a:defRPr>
            </a:lvl4pPr>
            <a:lvl5pPr>
              <a:defRPr sz="1725" b="0">
                <a:solidFill>
                  <a:srgbClr val="C7D5EC"/>
                </a:solidFill>
                <a:latin typeface="DejaVu Sans"/>
                <a:ea typeface="DejaVu Sans"/>
                <a:cs typeface="DejaVu Sans"/>
              </a:defRPr>
            </a:lvl5pPr>
            <a:lvl6pPr>
              <a:defRPr sz="1725" b="0">
                <a:solidFill>
                  <a:srgbClr val="C7D5EC"/>
                </a:solidFill>
                <a:latin typeface="DejaVu Sans"/>
                <a:ea typeface="DejaVu Sans"/>
                <a:cs typeface="DejaVu Sans"/>
              </a:defRPr>
            </a:lvl6pPr>
            <a:lvl7pPr>
              <a:defRPr sz="1725" b="0">
                <a:solidFill>
                  <a:srgbClr val="C7D5EC"/>
                </a:solidFill>
                <a:latin typeface="DejaVu Sans"/>
                <a:ea typeface="DejaVu Sans"/>
                <a:cs typeface="DejaVu Sans"/>
              </a:defRPr>
            </a:lvl7pPr>
            <a:lvl8pPr>
              <a:defRPr sz="1725" b="0">
                <a:solidFill>
                  <a:srgbClr val="C7D5EC"/>
                </a:solidFill>
                <a:latin typeface="DejaVu Sans"/>
                <a:ea typeface="DejaVu Sans"/>
                <a:cs typeface="DejaVu Sans"/>
              </a:defRPr>
            </a:lvl8pPr>
            <a:lvl9pPr>
              <a:defRPr sz="1725" b="0">
                <a:solidFill>
                  <a:srgbClr val="C7D5EC"/>
                </a:solidFill>
                <a:latin typeface="DejaVu Sans"/>
                <a:ea typeface="DejaVu Sans"/>
                <a:cs typeface="DejaVu Sans"/>
              </a:defRPr>
            </a:lvl9pPr>
          </a:lstStyle>
          <a:p xmlns:a="http://schemas.openxmlformats.org/drawingml/2006/main">
            <a:pPr>
              <a:defRPr sz="1725" b="0">
                <a:solidFill>
                  <a:srgbClr val="C7D5EC"/>
                </a:solidFill>
                <a:latin typeface="DejaVu Sans"/>
                <a:ea typeface="DejaVu Sans"/>
                <a:cs typeface="DejaVu Sans"/>
              </a:defRPr>
            </a:pPr>
            <a:r>
              <a:rPr sz="1725" b="0">
                <a:solidFill>
                  <a:srgbClr val="C7D5EC"/>
                </a:solidFill>
                <a:latin typeface="DejaVu Sans"/>
                <a:ea typeface="DejaVu Sans"/>
                <a:cs typeface="DejaVu Sans"/>
              </a:rPr>
              <a:t>Connect the website to a database in the next phase.</a:t>
            </a:r>
          </a:p>
        </p:txBody>
      </p:sp>
    </p:spTree>
    <p:extLst>
      <p:ext uri="{BB962C8B-B14F-4D97-AF65-F5344CB8AC3E}">
        <p14:creationId xmlns:p14="http://schemas.microsoft.com/office/powerpoint/2010/main" val="238708715"/>
      </p:ext>
    </p:extLst>
  </p:cSld>
</p:sld>
</file>

<file path=ppt/slides/slide4.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866AA9-CC2C-4D43-A712-CF7098425AA7}"/>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244B96"/>
                </a:solidFill>
                <a:latin typeface="DejaVu Sans"/>
                <a:ea typeface="DejaVu Sans"/>
                <a:cs typeface="DejaVu Sans"/>
              </a:defRPr>
            </a:defPPr>
            <a:lvl1pPr>
              <a:defRPr sz="975" b="1">
                <a:solidFill>
                  <a:srgbClr val="244B96"/>
                </a:solidFill>
                <a:latin typeface="DejaVu Sans"/>
                <a:ea typeface="DejaVu Sans"/>
                <a:cs typeface="DejaVu Sans"/>
              </a:defRPr>
            </a:lvl1pPr>
            <a:lvl2pPr>
              <a:defRPr sz="975" b="1">
                <a:solidFill>
                  <a:srgbClr val="244B96"/>
                </a:solidFill>
                <a:latin typeface="DejaVu Sans"/>
                <a:ea typeface="DejaVu Sans"/>
                <a:cs typeface="DejaVu Sans"/>
              </a:defRPr>
            </a:lvl2pPr>
            <a:lvl3pPr>
              <a:defRPr sz="975" b="1">
                <a:solidFill>
                  <a:srgbClr val="244B96"/>
                </a:solidFill>
                <a:latin typeface="DejaVu Sans"/>
                <a:ea typeface="DejaVu Sans"/>
                <a:cs typeface="DejaVu Sans"/>
              </a:defRPr>
            </a:lvl3pPr>
            <a:lvl4pPr>
              <a:defRPr sz="975" b="1">
                <a:solidFill>
                  <a:srgbClr val="244B96"/>
                </a:solidFill>
                <a:latin typeface="DejaVu Sans"/>
                <a:ea typeface="DejaVu Sans"/>
                <a:cs typeface="DejaVu Sans"/>
              </a:defRPr>
            </a:lvl4pPr>
            <a:lvl5pPr>
              <a:defRPr sz="975" b="1">
                <a:solidFill>
                  <a:srgbClr val="244B96"/>
                </a:solidFill>
                <a:latin typeface="DejaVu Sans"/>
                <a:ea typeface="DejaVu Sans"/>
                <a:cs typeface="DejaVu Sans"/>
              </a:defRPr>
            </a:lvl5pPr>
            <a:lvl6pPr>
              <a:defRPr sz="975" b="1">
                <a:solidFill>
                  <a:srgbClr val="244B96"/>
                </a:solidFill>
                <a:latin typeface="DejaVu Sans"/>
                <a:ea typeface="DejaVu Sans"/>
                <a:cs typeface="DejaVu Sans"/>
              </a:defRPr>
            </a:lvl6pPr>
            <a:lvl7pPr>
              <a:defRPr sz="975" b="1">
                <a:solidFill>
                  <a:srgbClr val="244B96"/>
                </a:solidFill>
                <a:latin typeface="DejaVu Sans"/>
                <a:ea typeface="DejaVu Sans"/>
                <a:cs typeface="DejaVu Sans"/>
              </a:defRPr>
            </a:lvl7pPr>
            <a:lvl8pPr>
              <a:defRPr sz="975" b="1">
                <a:solidFill>
                  <a:srgbClr val="244B96"/>
                </a:solidFill>
                <a:latin typeface="DejaVu Sans"/>
                <a:ea typeface="DejaVu Sans"/>
                <a:cs typeface="DejaVu Sans"/>
              </a:defRPr>
            </a:lvl8pPr>
            <a:lvl9pPr>
              <a:defRPr sz="975" b="1">
                <a:solidFill>
                  <a:srgbClr val="244B96"/>
                </a:solidFill>
                <a:latin typeface="DejaVu Sans"/>
                <a:ea typeface="DejaVu Sans"/>
                <a:cs typeface="DejaVu Sans"/>
              </a:defRPr>
            </a:lvl9pPr>
          </a:lstStyle>
          <a:p xmlns:a="http://schemas.openxmlformats.org/drawingml/2006/main">
            <a:pPr>
              <a:defRPr sz="975" b="1">
                <a:solidFill>
                  <a:srgbClr val="244B96"/>
                </a:solidFill>
                <a:latin typeface="DejaVu Sans"/>
                <a:ea typeface="DejaVu Sans"/>
                <a:cs typeface="DejaVu Sans"/>
              </a:defRPr>
            </a:pPr>
            <a:r>
              <a:rPr sz="975" b="1">
                <a:solidFill>
                  <a:srgbClr val="244B96"/>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8722B80E-8ACD-460E-99A7-9C5642CEB388}"/>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42B58"/>
                </a:solidFill>
                <a:latin typeface="DejaVu Sans"/>
                <a:ea typeface="DejaVu Sans"/>
                <a:cs typeface="DejaVu Sans"/>
              </a:defRPr>
            </a:defPPr>
            <a:lvl1pPr>
              <a:defRPr sz="3450" b="1">
                <a:solidFill>
                  <a:srgbClr val="142B58"/>
                </a:solidFill>
                <a:latin typeface="DejaVu Sans"/>
                <a:ea typeface="DejaVu Sans"/>
                <a:cs typeface="DejaVu Sans"/>
              </a:defRPr>
            </a:lvl1pPr>
            <a:lvl2pPr>
              <a:defRPr sz="3450" b="1">
                <a:solidFill>
                  <a:srgbClr val="142B58"/>
                </a:solidFill>
                <a:latin typeface="DejaVu Sans"/>
                <a:ea typeface="DejaVu Sans"/>
                <a:cs typeface="DejaVu Sans"/>
              </a:defRPr>
            </a:lvl2pPr>
            <a:lvl3pPr>
              <a:defRPr sz="3450" b="1">
                <a:solidFill>
                  <a:srgbClr val="142B58"/>
                </a:solidFill>
                <a:latin typeface="DejaVu Sans"/>
                <a:ea typeface="DejaVu Sans"/>
                <a:cs typeface="DejaVu Sans"/>
              </a:defRPr>
            </a:lvl3pPr>
            <a:lvl4pPr>
              <a:defRPr sz="3450" b="1">
                <a:solidFill>
                  <a:srgbClr val="142B58"/>
                </a:solidFill>
                <a:latin typeface="DejaVu Sans"/>
                <a:ea typeface="DejaVu Sans"/>
                <a:cs typeface="DejaVu Sans"/>
              </a:defRPr>
            </a:lvl4pPr>
            <a:lvl5pPr>
              <a:defRPr sz="3450" b="1">
                <a:solidFill>
                  <a:srgbClr val="142B58"/>
                </a:solidFill>
                <a:latin typeface="DejaVu Sans"/>
                <a:ea typeface="DejaVu Sans"/>
                <a:cs typeface="DejaVu Sans"/>
              </a:defRPr>
            </a:lvl5pPr>
            <a:lvl6pPr>
              <a:defRPr sz="3450" b="1">
                <a:solidFill>
                  <a:srgbClr val="142B58"/>
                </a:solidFill>
                <a:latin typeface="DejaVu Sans"/>
                <a:ea typeface="DejaVu Sans"/>
                <a:cs typeface="DejaVu Sans"/>
              </a:defRPr>
            </a:lvl6pPr>
            <a:lvl7pPr>
              <a:defRPr sz="3450" b="1">
                <a:solidFill>
                  <a:srgbClr val="142B58"/>
                </a:solidFill>
                <a:latin typeface="DejaVu Sans"/>
                <a:ea typeface="DejaVu Sans"/>
                <a:cs typeface="DejaVu Sans"/>
              </a:defRPr>
            </a:lvl7pPr>
            <a:lvl8pPr>
              <a:defRPr sz="3450" b="1">
                <a:solidFill>
                  <a:srgbClr val="142B58"/>
                </a:solidFill>
                <a:latin typeface="DejaVu Sans"/>
                <a:ea typeface="DejaVu Sans"/>
                <a:cs typeface="DejaVu Sans"/>
              </a:defRPr>
            </a:lvl8pPr>
            <a:lvl9pPr>
              <a:defRPr sz="3450" b="1">
                <a:solidFill>
                  <a:srgbClr val="142B58"/>
                </a:solidFill>
                <a:latin typeface="DejaVu Sans"/>
                <a:ea typeface="DejaVu Sans"/>
                <a:cs typeface="DejaVu Sans"/>
              </a:defRPr>
            </a:lvl9pPr>
          </a:lstStyle>
          <a:p xmlns:a="http://schemas.openxmlformats.org/drawingml/2006/main">
            <a:pPr>
              <a:defRPr sz="3450" b="1">
                <a:solidFill>
                  <a:srgbClr val="142B58"/>
                </a:solidFill>
                <a:latin typeface="DejaVu Sans"/>
                <a:ea typeface="DejaVu Sans"/>
                <a:cs typeface="DejaVu Sans"/>
              </a:defRPr>
            </a:pPr>
            <a:r>
              <a:rPr sz="3450" b="1">
                <a:solidFill>
                  <a:srgbClr val="142B58"/>
                </a:solidFill>
                <a:latin typeface="DejaVu Sans"/>
                <a:ea typeface="DejaVu Sans"/>
                <a:cs typeface="DejaVu Sans"/>
              </a:rPr>
              <a:t>Scope of the Project</a:t>
            </a:r>
          </a:p>
        </p:txBody>
      </p:sp>
      <p:sp>
        <p:nvSpPr>
          <p:cNvPr id="3" name="">
            <a:extLst xmlns:a="http://schemas.openxmlformats.org/drawingml/2006/main">
              <a:ext uri="{FF2B5EF4-FFF2-40B4-BE49-F238E27FC236}">
                <a16:creationId xmlns:a16="http://schemas.microsoft.com/office/drawing/2014/main" id="{53642599-6BC7-4B70-B47E-E83D257FE10D}"/>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F6E85"/>
                </a:solidFill>
                <a:latin typeface="DejaVu Sans"/>
                <a:ea typeface="DejaVu Sans"/>
                <a:cs typeface="DejaVu Sans"/>
              </a:defRPr>
            </a:defPPr>
            <a:lvl1pPr>
              <a:defRPr sz="975" b="0">
                <a:solidFill>
                  <a:srgbClr val="5F6E85"/>
                </a:solidFill>
                <a:latin typeface="DejaVu Sans"/>
                <a:ea typeface="DejaVu Sans"/>
                <a:cs typeface="DejaVu Sans"/>
              </a:defRPr>
            </a:lvl1pPr>
            <a:lvl2pPr>
              <a:defRPr sz="975" b="0">
                <a:solidFill>
                  <a:srgbClr val="5F6E85"/>
                </a:solidFill>
                <a:latin typeface="DejaVu Sans"/>
                <a:ea typeface="DejaVu Sans"/>
                <a:cs typeface="DejaVu Sans"/>
              </a:defRPr>
            </a:lvl2pPr>
            <a:lvl3pPr>
              <a:defRPr sz="975" b="0">
                <a:solidFill>
                  <a:srgbClr val="5F6E85"/>
                </a:solidFill>
                <a:latin typeface="DejaVu Sans"/>
                <a:ea typeface="DejaVu Sans"/>
                <a:cs typeface="DejaVu Sans"/>
              </a:defRPr>
            </a:lvl3pPr>
            <a:lvl4pPr>
              <a:defRPr sz="975" b="0">
                <a:solidFill>
                  <a:srgbClr val="5F6E85"/>
                </a:solidFill>
                <a:latin typeface="DejaVu Sans"/>
                <a:ea typeface="DejaVu Sans"/>
                <a:cs typeface="DejaVu Sans"/>
              </a:defRPr>
            </a:lvl4pPr>
            <a:lvl5pPr>
              <a:defRPr sz="975" b="0">
                <a:solidFill>
                  <a:srgbClr val="5F6E85"/>
                </a:solidFill>
                <a:latin typeface="DejaVu Sans"/>
                <a:ea typeface="DejaVu Sans"/>
                <a:cs typeface="DejaVu Sans"/>
              </a:defRPr>
            </a:lvl5pPr>
            <a:lvl6pPr>
              <a:defRPr sz="975" b="0">
                <a:solidFill>
                  <a:srgbClr val="5F6E85"/>
                </a:solidFill>
                <a:latin typeface="DejaVu Sans"/>
                <a:ea typeface="DejaVu Sans"/>
                <a:cs typeface="DejaVu Sans"/>
              </a:defRPr>
            </a:lvl6pPr>
            <a:lvl7pPr>
              <a:defRPr sz="975" b="0">
                <a:solidFill>
                  <a:srgbClr val="5F6E85"/>
                </a:solidFill>
                <a:latin typeface="DejaVu Sans"/>
                <a:ea typeface="DejaVu Sans"/>
                <a:cs typeface="DejaVu Sans"/>
              </a:defRPr>
            </a:lvl7pPr>
            <a:lvl8pPr>
              <a:defRPr sz="975" b="0">
                <a:solidFill>
                  <a:srgbClr val="5F6E85"/>
                </a:solidFill>
                <a:latin typeface="DejaVu Sans"/>
                <a:ea typeface="DejaVu Sans"/>
                <a:cs typeface="DejaVu Sans"/>
              </a:defRPr>
            </a:lvl8pPr>
            <a:lvl9pPr>
              <a:defRPr sz="975" b="0">
                <a:solidFill>
                  <a:srgbClr val="5F6E85"/>
                </a:solidFill>
                <a:latin typeface="DejaVu Sans"/>
                <a:ea typeface="DejaVu Sans"/>
                <a:cs typeface="DejaVu Sans"/>
              </a:defRPr>
            </a:lvl9pPr>
          </a:lstStyle>
          <a:p xmlns:a="http://schemas.openxmlformats.org/drawingml/2006/main">
            <a:pPr>
              <a:defRPr sz="975" b="0">
                <a:solidFill>
                  <a:srgbClr val="5F6E85"/>
                </a:solidFill>
                <a:latin typeface="DejaVu Sans"/>
                <a:ea typeface="DejaVu Sans"/>
                <a:cs typeface="DejaVu Sans"/>
              </a:defRPr>
            </a:pPr>
            <a:r>
              <a:rPr sz="975" b="0">
                <a:solidFill>
                  <a:srgbClr val="5F6E85"/>
                </a:solidFill>
                <a:latin typeface="DejaVu Sans"/>
                <a:ea typeface="DejaVu Sans"/>
                <a:cs typeface="DejaVu Sans"/>
              </a:rPr>
              <a:t>04 / 11</a:t>
            </a:r>
          </a:p>
        </p:txBody>
      </p:sp>
      <p:sp>
        <p:nvSpPr>
          <p:cNvPr id="4" name="">
            <a:extLst xmlns:a="http://schemas.openxmlformats.org/drawingml/2006/main">
              <a:ext uri="{FF2B5EF4-FFF2-40B4-BE49-F238E27FC236}">
                <a16:creationId xmlns:a16="http://schemas.microsoft.com/office/drawing/2014/main" id="{79A4D225-7873-4DD3-8853-6EC1B1B2E38F}"/>
              </a:ext>
            </a:extLst>
          </p:cNvPr>
          <p:cNvSpPr>
            <a:spLocks xmlns:a="http://schemas.openxmlformats.org/drawingml/2006/main" noGrp="1"/>
          </p:cNvSpPr>
          <p:nvPr/>
        </p:nvSpPr>
        <p:spPr>
          <a:xfrm xmlns:a="http://schemas.openxmlformats.org/drawingml/2006/main">
            <a:off x="666750" y="2143125"/>
            <a:ext cx="514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244B96"/>
                </a:solidFill>
                <a:latin typeface="DejaVu Sans"/>
                <a:ea typeface="DejaVu Sans"/>
                <a:cs typeface="DejaVu Sans"/>
              </a:defRPr>
            </a:defPPr>
            <a:lvl1pPr>
              <a:defRPr sz="2250" b="1">
                <a:solidFill>
                  <a:srgbClr val="244B96"/>
                </a:solidFill>
                <a:latin typeface="DejaVu Sans"/>
                <a:ea typeface="DejaVu Sans"/>
                <a:cs typeface="DejaVu Sans"/>
              </a:defRPr>
            </a:lvl1pPr>
            <a:lvl2pPr>
              <a:defRPr sz="2250" b="1">
                <a:solidFill>
                  <a:srgbClr val="244B96"/>
                </a:solidFill>
                <a:latin typeface="DejaVu Sans"/>
                <a:ea typeface="DejaVu Sans"/>
                <a:cs typeface="DejaVu Sans"/>
              </a:defRPr>
            </a:lvl2pPr>
            <a:lvl3pPr>
              <a:defRPr sz="2250" b="1">
                <a:solidFill>
                  <a:srgbClr val="244B96"/>
                </a:solidFill>
                <a:latin typeface="DejaVu Sans"/>
                <a:ea typeface="DejaVu Sans"/>
                <a:cs typeface="DejaVu Sans"/>
              </a:defRPr>
            </a:lvl3pPr>
            <a:lvl4pPr>
              <a:defRPr sz="2250" b="1">
                <a:solidFill>
                  <a:srgbClr val="244B96"/>
                </a:solidFill>
                <a:latin typeface="DejaVu Sans"/>
                <a:ea typeface="DejaVu Sans"/>
                <a:cs typeface="DejaVu Sans"/>
              </a:defRPr>
            </a:lvl4pPr>
            <a:lvl5pPr>
              <a:defRPr sz="2250" b="1">
                <a:solidFill>
                  <a:srgbClr val="244B96"/>
                </a:solidFill>
                <a:latin typeface="DejaVu Sans"/>
                <a:ea typeface="DejaVu Sans"/>
                <a:cs typeface="DejaVu Sans"/>
              </a:defRPr>
            </a:lvl5pPr>
            <a:lvl6pPr>
              <a:defRPr sz="2250" b="1">
                <a:solidFill>
                  <a:srgbClr val="244B96"/>
                </a:solidFill>
                <a:latin typeface="DejaVu Sans"/>
                <a:ea typeface="DejaVu Sans"/>
                <a:cs typeface="DejaVu Sans"/>
              </a:defRPr>
            </a:lvl6pPr>
            <a:lvl7pPr>
              <a:defRPr sz="2250" b="1">
                <a:solidFill>
                  <a:srgbClr val="244B96"/>
                </a:solidFill>
                <a:latin typeface="DejaVu Sans"/>
                <a:ea typeface="DejaVu Sans"/>
                <a:cs typeface="DejaVu Sans"/>
              </a:defRPr>
            </a:lvl7pPr>
            <a:lvl8pPr>
              <a:defRPr sz="2250" b="1">
                <a:solidFill>
                  <a:srgbClr val="244B96"/>
                </a:solidFill>
                <a:latin typeface="DejaVu Sans"/>
                <a:ea typeface="DejaVu Sans"/>
                <a:cs typeface="DejaVu Sans"/>
              </a:defRPr>
            </a:lvl8pPr>
            <a:lvl9pPr>
              <a:defRPr sz="2250" b="1">
                <a:solidFill>
                  <a:srgbClr val="244B96"/>
                </a:solidFill>
                <a:latin typeface="DejaVu Sans"/>
                <a:ea typeface="DejaVu Sans"/>
                <a:cs typeface="DejaVu Sans"/>
              </a:defRPr>
            </a:lvl9pPr>
          </a:lstStyle>
          <a:p xmlns:a="http://schemas.openxmlformats.org/drawingml/2006/main">
            <a:pPr>
              <a:defRPr sz="2250" b="1">
                <a:solidFill>
                  <a:srgbClr val="244B96"/>
                </a:solidFill>
                <a:latin typeface="DejaVu Sans"/>
                <a:ea typeface="DejaVu Sans"/>
                <a:cs typeface="DejaVu Sans"/>
              </a:defRPr>
            </a:pPr>
            <a:r>
              <a:rPr sz="2250" b="1">
                <a:solidFill>
                  <a:srgbClr val="244B96"/>
                </a:solidFill>
                <a:latin typeface="DejaVu Sans"/>
                <a:ea typeface="DejaVu Sans"/>
                <a:cs typeface="DejaVu Sans"/>
              </a:rPr>
              <a:t>In scope</a:t>
            </a:r>
          </a:p>
        </p:txBody>
      </p:sp>
      <p:sp>
        <p:nvSpPr>
          <p:cNvPr id="5" name="">
            <a:extLst xmlns:a="http://schemas.openxmlformats.org/drawingml/2006/main">
              <a:ext uri="{FF2B5EF4-FFF2-40B4-BE49-F238E27FC236}">
                <a16:creationId xmlns:a16="http://schemas.microsoft.com/office/drawing/2014/main" id="{494AA241-6380-4873-B27E-05F72448B786}"/>
              </a:ext>
            </a:extLst>
          </p:cNvPr>
          <p:cNvSpPr>
            <a:spLocks xmlns:a="http://schemas.openxmlformats.org/drawingml/2006/main" noGrp="1"/>
          </p:cNvSpPr>
          <p:nvPr/>
        </p:nvSpPr>
        <p:spPr>
          <a:xfrm xmlns:a="http://schemas.openxmlformats.org/drawingml/2006/main">
            <a:off x="666750" y="2905125"/>
            <a:ext cx="5429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58"/>
                </a:solidFill>
                <a:latin typeface="DejaVu Sans"/>
                <a:ea typeface="DejaVu Sans"/>
                <a:cs typeface="DejaVu Sans"/>
              </a:defRPr>
            </a:defPPr>
            <a:lvl1pPr>
              <a:defRPr sz="2025" b="0">
                <a:solidFill>
                  <a:srgbClr val="142B58"/>
                </a:solidFill>
                <a:latin typeface="DejaVu Sans"/>
                <a:ea typeface="DejaVu Sans"/>
                <a:cs typeface="DejaVu Sans"/>
              </a:defRPr>
            </a:lvl1pPr>
            <a:lvl2pPr>
              <a:defRPr sz="2025" b="0">
                <a:solidFill>
                  <a:srgbClr val="142B58"/>
                </a:solidFill>
                <a:latin typeface="DejaVu Sans"/>
                <a:ea typeface="DejaVu Sans"/>
                <a:cs typeface="DejaVu Sans"/>
              </a:defRPr>
            </a:lvl2pPr>
            <a:lvl3pPr>
              <a:defRPr sz="2025" b="0">
                <a:solidFill>
                  <a:srgbClr val="142B58"/>
                </a:solidFill>
                <a:latin typeface="DejaVu Sans"/>
                <a:ea typeface="DejaVu Sans"/>
                <a:cs typeface="DejaVu Sans"/>
              </a:defRPr>
            </a:lvl3pPr>
            <a:lvl4pPr>
              <a:defRPr sz="2025" b="0">
                <a:solidFill>
                  <a:srgbClr val="142B58"/>
                </a:solidFill>
                <a:latin typeface="DejaVu Sans"/>
                <a:ea typeface="DejaVu Sans"/>
                <a:cs typeface="DejaVu Sans"/>
              </a:defRPr>
            </a:lvl4pPr>
            <a:lvl5pPr>
              <a:defRPr sz="2025" b="0">
                <a:solidFill>
                  <a:srgbClr val="142B58"/>
                </a:solidFill>
                <a:latin typeface="DejaVu Sans"/>
                <a:ea typeface="DejaVu Sans"/>
                <a:cs typeface="DejaVu Sans"/>
              </a:defRPr>
            </a:lvl5pPr>
            <a:lvl6pPr>
              <a:defRPr sz="2025" b="0">
                <a:solidFill>
                  <a:srgbClr val="142B58"/>
                </a:solidFill>
                <a:latin typeface="DejaVu Sans"/>
                <a:ea typeface="DejaVu Sans"/>
                <a:cs typeface="DejaVu Sans"/>
              </a:defRPr>
            </a:lvl6pPr>
            <a:lvl7pPr>
              <a:defRPr sz="2025" b="0">
                <a:solidFill>
                  <a:srgbClr val="142B58"/>
                </a:solidFill>
                <a:latin typeface="DejaVu Sans"/>
                <a:ea typeface="DejaVu Sans"/>
                <a:cs typeface="DejaVu Sans"/>
              </a:defRPr>
            </a:lvl7pPr>
            <a:lvl8pPr>
              <a:defRPr sz="2025" b="0">
                <a:solidFill>
                  <a:srgbClr val="142B58"/>
                </a:solidFill>
                <a:latin typeface="DejaVu Sans"/>
                <a:ea typeface="DejaVu Sans"/>
                <a:cs typeface="DejaVu Sans"/>
              </a:defRPr>
            </a:lvl8pPr>
            <a:lvl9pPr>
              <a:defRPr sz="2025" b="0">
                <a:solidFill>
                  <a:srgbClr val="142B58"/>
                </a:solidFill>
                <a:latin typeface="DejaVu Sans"/>
                <a:ea typeface="DejaVu Sans"/>
                <a:cs typeface="DejaVu Sans"/>
              </a:defRPr>
            </a:lvl9pPr>
          </a:lstStyle>
          <a:p xmlns:a="http://schemas.openxmlformats.org/drawingml/2006/main">
            <a:pPr>
              <a:defRPr sz="2025" b="0">
                <a:solidFill>
                  <a:srgbClr val="142B58"/>
                </a:solidFill>
                <a:latin typeface="DejaVu Sans"/>
                <a:ea typeface="DejaVu Sans"/>
                <a:cs typeface="DejaVu Sans"/>
              </a:defRPr>
            </a:pPr>
            <a:r>
              <a:rPr sz="2025" b="0">
                <a:solidFill>
                  <a:srgbClr val="142B58"/>
                </a:solidFill>
                <a:latin typeface="DejaVu Sans"/>
                <a:ea typeface="DejaVu Sans"/>
                <a:cs typeface="DejaVu Sans"/>
              </a:rPr>
              <a:t>Department homepage</a:t>
            </a:r>
          </a:p>
          <a:p xmlns:a="http://schemas.openxmlformats.org/drawingml/2006/main">
            <a:pPr>
              <a:defRPr sz="2025" b="0">
                <a:solidFill>
                  <a:srgbClr val="142B58"/>
                </a:solidFill>
                <a:latin typeface="DejaVu Sans"/>
                <a:ea typeface="DejaVu Sans"/>
                <a:cs typeface="DejaVu Sans"/>
              </a:defRPr>
            </a:pPr>
            <a:r>
              <a:rPr sz="2025" b="0">
                <a:solidFill>
                  <a:srgbClr val="142B58"/>
                </a:solidFill>
                <a:latin typeface="DejaVu Sans"/>
                <a:ea typeface="DejaVu Sans"/>
                <a:cs typeface="DejaVu Sans"/>
              </a:rPr>
              <a:t>Programme and faculty pages</a:t>
            </a:r>
          </a:p>
          <a:p xmlns:a="http://schemas.openxmlformats.org/drawingml/2006/main">
            <a:pPr>
              <a:defRPr sz="2025" b="0">
                <a:solidFill>
                  <a:srgbClr val="142B58"/>
                </a:solidFill>
                <a:latin typeface="DejaVu Sans"/>
                <a:ea typeface="DejaVu Sans"/>
                <a:cs typeface="DejaVu Sans"/>
              </a:defRPr>
            </a:pPr>
            <a:r>
              <a:rPr sz="2025" b="0">
                <a:solidFill>
                  <a:srgbClr val="142B58"/>
                </a:solidFill>
                <a:latin typeface="DejaVu Sans"/>
                <a:ea typeface="DejaVu Sans"/>
                <a:cs typeface="DejaVu Sans"/>
              </a:rPr>
              <a:t>Research, notices and events</a:t>
            </a:r>
          </a:p>
          <a:p xmlns:a="http://schemas.openxmlformats.org/drawingml/2006/main">
            <a:pPr>
              <a:defRPr sz="2025" b="0">
                <a:solidFill>
                  <a:srgbClr val="142B58"/>
                </a:solidFill>
                <a:latin typeface="DejaVu Sans"/>
                <a:ea typeface="DejaVu Sans"/>
                <a:cs typeface="DejaVu Sans"/>
              </a:defRPr>
            </a:pPr>
            <a:r>
              <a:rPr sz="2025" b="0">
                <a:solidFill>
                  <a:srgbClr val="142B58"/>
                </a:solidFill>
                <a:latin typeface="DejaVu Sans"/>
                <a:ea typeface="DejaVu Sans"/>
                <a:cs typeface="DejaVu Sans"/>
              </a:rPr>
              <a:t>Admin panel and database</a:t>
            </a:r>
          </a:p>
        </p:txBody>
      </p:sp>
      <p:sp>
        <p:nvSpPr>
          <p:cNvPr id="6" name="">
            <a:extLst xmlns:a="http://schemas.openxmlformats.org/drawingml/2006/main">
              <a:ext uri="{FF2B5EF4-FFF2-40B4-BE49-F238E27FC236}">
                <a16:creationId xmlns:a16="http://schemas.microsoft.com/office/drawing/2014/main" id="{8898FC76-4A3C-44C1-ADD5-01CB88C9930B}"/>
              </a:ext>
            </a:extLst>
          </p:cNvPr>
          <p:cNvSpPr>
            <a:spLocks xmlns:a="http://schemas.openxmlformats.org/drawingml/2006/main" noGrp="1"/>
          </p:cNvSpPr>
          <p:nvPr/>
        </p:nvSpPr>
        <p:spPr>
          <a:xfrm xmlns:a="http://schemas.openxmlformats.org/drawingml/2006/main">
            <a:off x="6858000" y="2143125"/>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244B96"/>
                </a:solidFill>
                <a:latin typeface="DejaVu Sans"/>
                <a:ea typeface="DejaVu Sans"/>
                <a:cs typeface="DejaVu Sans"/>
              </a:defRPr>
            </a:defPPr>
            <a:lvl1pPr>
              <a:defRPr sz="2250" b="1">
                <a:solidFill>
                  <a:srgbClr val="244B96"/>
                </a:solidFill>
                <a:latin typeface="DejaVu Sans"/>
                <a:ea typeface="DejaVu Sans"/>
                <a:cs typeface="DejaVu Sans"/>
              </a:defRPr>
            </a:lvl1pPr>
            <a:lvl2pPr>
              <a:defRPr sz="2250" b="1">
                <a:solidFill>
                  <a:srgbClr val="244B96"/>
                </a:solidFill>
                <a:latin typeface="DejaVu Sans"/>
                <a:ea typeface="DejaVu Sans"/>
                <a:cs typeface="DejaVu Sans"/>
              </a:defRPr>
            </a:lvl2pPr>
            <a:lvl3pPr>
              <a:defRPr sz="2250" b="1">
                <a:solidFill>
                  <a:srgbClr val="244B96"/>
                </a:solidFill>
                <a:latin typeface="DejaVu Sans"/>
                <a:ea typeface="DejaVu Sans"/>
                <a:cs typeface="DejaVu Sans"/>
              </a:defRPr>
            </a:lvl3pPr>
            <a:lvl4pPr>
              <a:defRPr sz="2250" b="1">
                <a:solidFill>
                  <a:srgbClr val="244B96"/>
                </a:solidFill>
                <a:latin typeface="DejaVu Sans"/>
                <a:ea typeface="DejaVu Sans"/>
                <a:cs typeface="DejaVu Sans"/>
              </a:defRPr>
            </a:lvl4pPr>
            <a:lvl5pPr>
              <a:defRPr sz="2250" b="1">
                <a:solidFill>
                  <a:srgbClr val="244B96"/>
                </a:solidFill>
                <a:latin typeface="DejaVu Sans"/>
                <a:ea typeface="DejaVu Sans"/>
                <a:cs typeface="DejaVu Sans"/>
              </a:defRPr>
            </a:lvl5pPr>
            <a:lvl6pPr>
              <a:defRPr sz="2250" b="1">
                <a:solidFill>
                  <a:srgbClr val="244B96"/>
                </a:solidFill>
                <a:latin typeface="DejaVu Sans"/>
                <a:ea typeface="DejaVu Sans"/>
                <a:cs typeface="DejaVu Sans"/>
              </a:defRPr>
            </a:lvl6pPr>
            <a:lvl7pPr>
              <a:defRPr sz="2250" b="1">
                <a:solidFill>
                  <a:srgbClr val="244B96"/>
                </a:solidFill>
                <a:latin typeface="DejaVu Sans"/>
                <a:ea typeface="DejaVu Sans"/>
                <a:cs typeface="DejaVu Sans"/>
              </a:defRPr>
            </a:lvl7pPr>
            <a:lvl8pPr>
              <a:defRPr sz="2250" b="1">
                <a:solidFill>
                  <a:srgbClr val="244B96"/>
                </a:solidFill>
                <a:latin typeface="DejaVu Sans"/>
                <a:ea typeface="DejaVu Sans"/>
                <a:cs typeface="DejaVu Sans"/>
              </a:defRPr>
            </a:lvl8pPr>
            <a:lvl9pPr>
              <a:defRPr sz="2250" b="1">
                <a:solidFill>
                  <a:srgbClr val="244B96"/>
                </a:solidFill>
                <a:latin typeface="DejaVu Sans"/>
                <a:ea typeface="DejaVu Sans"/>
                <a:cs typeface="DejaVu Sans"/>
              </a:defRPr>
            </a:lvl9pPr>
          </a:lstStyle>
          <a:p xmlns:a="http://schemas.openxmlformats.org/drawingml/2006/main">
            <a:pPr>
              <a:defRPr sz="2250" b="1">
                <a:solidFill>
                  <a:srgbClr val="244B96"/>
                </a:solidFill>
                <a:latin typeface="DejaVu Sans"/>
                <a:ea typeface="DejaVu Sans"/>
                <a:cs typeface="DejaVu Sans"/>
              </a:defRPr>
            </a:pPr>
            <a:r>
              <a:rPr sz="2250" b="1">
                <a:solidFill>
                  <a:srgbClr val="244B96"/>
                </a:solidFill>
                <a:latin typeface="DejaVu Sans"/>
                <a:ea typeface="DejaVu Sans"/>
                <a:cs typeface="DejaVu Sans"/>
              </a:rPr>
              <a:t>Outside the scope</a:t>
            </a:r>
          </a:p>
        </p:txBody>
      </p:sp>
      <p:sp>
        <p:nvSpPr>
          <p:cNvPr id="7" name="">
            <a:extLst xmlns:a="http://schemas.openxmlformats.org/drawingml/2006/main">
              <a:ext uri="{FF2B5EF4-FFF2-40B4-BE49-F238E27FC236}">
                <a16:creationId xmlns:a16="http://schemas.microsoft.com/office/drawing/2014/main" id="{3D816936-1129-4ED8-AA81-9B68CACB98D7}"/>
              </a:ext>
            </a:extLst>
          </p:cNvPr>
          <p:cNvSpPr>
            <a:spLocks xmlns:a="http://schemas.openxmlformats.org/drawingml/2006/main" noGrp="1"/>
          </p:cNvSpPr>
          <p:nvPr/>
        </p:nvSpPr>
        <p:spPr>
          <a:xfrm xmlns:a="http://schemas.openxmlformats.org/drawingml/2006/main">
            <a:off x="6858000" y="2905125"/>
            <a:ext cx="4667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B58"/>
                </a:solidFill>
                <a:latin typeface="DejaVu Sans"/>
                <a:ea typeface="DejaVu Sans"/>
                <a:cs typeface="DejaVu Sans"/>
              </a:defRPr>
            </a:defPPr>
            <a:lvl1pPr>
              <a:defRPr sz="2025" b="0">
                <a:solidFill>
                  <a:srgbClr val="142B58"/>
                </a:solidFill>
                <a:latin typeface="DejaVu Sans"/>
                <a:ea typeface="DejaVu Sans"/>
                <a:cs typeface="DejaVu Sans"/>
              </a:defRPr>
            </a:lvl1pPr>
            <a:lvl2pPr>
              <a:defRPr sz="2025" b="0">
                <a:solidFill>
                  <a:srgbClr val="142B58"/>
                </a:solidFill>
                <a:latin typeface="DejaVu Sans"/>
                <a:ea typeface="DejaVu Sans"/>
                <a:cs typeface="DejaVu Sans"/>
              </a:defRPr>
            </a:lvl2pPr>
            <a:lvl3pPr>
              <a:defRPr sz="2025" b="0">
                <a:solidFill>
                  <a:srgbClr val="142B58"/>
                </a:solidFill>
                <a:latin typeface="DejaVu Sans"/>
                <a:ea typeface="DejaVu Sans"/>
                <a:cs typeface="DejaVu Sans"/>
              </a:defRPr>
            </a:lvl3pPr>
            <a:lvl4pPr>
              <a:defRPr sz="2025" b="0">
                <a:solidFill>
                  <a:srgbClr val="142B58"/>
                </a:solidFill>
                <a:latin typeface="DejaVu Sans"/>
                <a:ea typeface="DejaVu Sans"/>
                <a:cs typeface="DejaVu Sans"/>
              </a:defRPr>
            </a:lvl4pPr>
            <a:lvl5pPr>
              <a:defRPr sz="2025" b="0">
                <a:solidFill>
                  <a:srgbClr val="142B58"/>
                </a:solidFill>
                <a:latin typeface="DejaVu Sans"/>
                <a:ea typeface="DejaVu Sans"/>
                <a:cs typeface="DejaVu Sans"/>
              </a:defRPr>
            </a:lvl5pPr>
            <a:lvl6pPr>
              <a:defRPr sz="2025" b="0">
                <a:solidFill>
                  <a:srgbClr val="142B58"/>
                </a:solidFill>
                <a:latin typeface="DejaVu Sans"/>
                <a:ea typeface="DejaVu Sans"/>
                <a:cs typeface="DejaVu Sans"/>
              </a:defRPr>
            </a:lvl6pPr>
            <a:lvl7pPr>
              <a:defRPr sz="2025" b="0">
                <a:solidFill>
                  <a:srgbClr val="142B58"/>
                </a:solidFill>
                <a:latin typeface="DejaVu Sans"/>
                <a:ea typeface="DejaVu Sans"/>
                <a:cs typeface="DejaVu Sans"/>
              </a:defRPr>
            </a:lvl7pPr>
            <a:lvl8pPr>
              <a:defRPr sz="2025" b="0">
                <a:solidFill>
                  <a:srgbClr val="142B58"/>
                </a:solidFill>
                <a:latin typeface="DejaVu Sans"/>
                <a:ea typeface="DejaVu Sans"/>
                <a:cs typeface="DejaVu Sans"/>
              </a:defRPr>
            </a:lvl8pPr>
            <a:lvl9pPr>
              <a:defRPr sz="2025" b="0">
                <a:solidFill>
                  <a:srgbClr val="142B58"/>
                </a:solidFill>
                <a:latin typeface="DejaVu Sans"/>
                <a:ea typeface="DejaVu Sans"/>
                <a:cs typeface="DejaVu Sans"/>
              </a:defRPr>
            </a:lvl9pPr>
          </a:lstStyle>
          <a:p xmlns:a="http://schemas.openxmlformats.org/drawingml/2006/main">
            <a:pPr>
              <a:defRPr sz="2025" b="0">
                <a:solidFill>
                  <a:srgbClr val="142B58"/>
                </a:solidFill>
                <a:latin typeface="DejaVu Sans"/>
                <a:ea typeface="DejaVu Sans"/>
                <a:cs typeface="DejaVu Sans"/>
              </a:defRPr>
            </a:pPr>
            <a:r>
              <a:rPr sz="2025" b="0">
                <a:solidFill>
                  <a:srgbClr val="142B58"/>
                </a:solidFill>
                <a:latin typeface="DejaVu Sans"/>
                <a:ea typeface="DejaVu Sans"/>
                <a:cs typeface="DejaVu Sans"/>
              </a:rPr>
              <a:t>Admission processing</a:t>
            </a:r>
          </a:p>
          <a:p xmlns:a="http://schemas.openxmlformats.org/drawingml/2006/main">
            <a:pPr>
              <a:defRPr sz="2025" b="0">
                <a:solidFill>
                  <a:srgbClr val="142B58"/>
                </a:solidFill>
                <a:latin typeface="DejaVu Sans"/>
                <a:ea typeface="DejaVu Sans"/>
                <a:cs typeface="DejaVu Sans"/>
              </a:defRPr>
            </a:pPr>
            <a:r>
              <a:rPr sz="2025" b="0">
                <a:solidFill>
                  <a:srgbClr val="142B58"/>
                </a:solidFill>
                <a:latin typeface="DejaVu Sans"/>
                <a:ea typeface="DejaVu Sans"/>
                <a:cs typeface="DejaVu Sans"/>
              </a:rPr>
              <a:t>Online payments</a:t>
            </a:r>
          </a:p>
          <a:p xmlns:a="http://schemas.openxmlformats.org/drawingml/2006/main">
            <a:pPr>
              <a:defRPr sz="2025" b="0">
                <a:solidFill>
                  <a:srgbClr val="142B58"/>
                </a:solidFill>
                <a:latin typeface="DejaVu Sans"/>
                <a:ea typeface="DejaVu Sans"/>
                <a:cs typeface="DejaVu Sans"/>
              </a:defRPr>
            </a:pPr>
            <a:r>
              <a:rPr sz="2025" b="0">
                <a:solidFill>
                  <a:srgbClr val="142B58"/>
                </a:solidFill>
                <a:latin typeface="DejaVu Sans"/>
                <a:ea typeface="DejaVu Sans"/>
                <a:cs typeface="DejaVu Sans"/>
              </a:rPr>
              <a:t>Attendance and exam results</a:t>
            </a:r>
          </a:p>
          <a:p xmlns:a="http://schemas.openxmlformats.org/drawingml/2006/main">
            <a:pPr>
              <a:defRPr sz="2025" b="0">
                <a:solidFill>
                  <a:srgbClr val="142B58"/>
                </a:solidFill>
                <a:latin typeface="DejaVu Sans"/>
                <a:ea typeface="DejaVu Sans"/>
                <a:cs typeface="DejaVu Sans"/>
              </a:defRPr>
            </a:pPr>
            <a:r>
              <a:rPr sz="2025" b="0">
                <a:solidFill>
                  <a:srgbClr val="142B58"/>
                </a:solidFill>
                <a:latin typeface="DejaVu Sans"/>
                <a:ea typeface="DejaVu Sans"/>
                <a:cs typeface="DejaVu Sans"/>
              </a:rPr>
              <a:t>Full university management</a:t>
            </a:r>
          </a:p>
        </p:txBody>
      </p:sp>
      <p:sp>
        <p:nvSpPr>
          <p:cNvPr id="8" name="">
            <a:extLst xmlns:a="http://schemas.openxmlformats.org/drawingml/2006/main">
              <a:ext uri="{FF2B5EF4-FFF2-40B4-BE49-F238E27FC236}">
                <a16:creationId xmlns:a16="http://schemas.microsoft.com/office/drawing/2014/main" id="{30440D0D-8800-44E1-81C7-685B548D0E7C}"/>
              </a:ext>
            </a:extLst>
          </p:cNvPr>
          <p:cNvSpPr>
            <a:spLocks xmlns:a="http://schemas.openxmlformats.org/drawingml/2006/main" noGrp="1"/>
          </p:cNvSpPr>
          <p:nvPr/>
        </p:nvSpPr>
        <p:spPr>
          <a:xfrm xmlns:a="http://schemas.openxmlformats.org/drawingml/2006/main">
            <a:off x="666750" y="581025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F6E85"/>
                </a:solidFill>
                <a:latin typeface="DejaVu Sans"/>
                <a:ea typeface="DejaVu Sans"/>
                <a:cs typeface="DejaVu Sans"/>
              </a:defRPr>
            </a:defPPr>
            <a:lvl1pPr>
              <a:defRPr sz="1500" b="0">
                <a:solidFill>
                  <a:srgbClr val="5F6E85"/>
                </a:solidFill>
                <a:latin typeface="DejaVu Sans"/>
                <a:ea typeface="DejaVu Sans"/>
                <a:cs typeface="DejaVu Sans"/>
              </a:defRPr>
            </a:lvl1pPr>
            <a:lvl2pPr>
              <a:defRPr sz="1500" b="0">
                <a:solidFill>
                  <a:srgbClr val="5F6E85"/>
                </a:solidFill>
                <a:latin typeface="DejaVu Sans"/>
                <a:ea typeface="DejaVu Sans"/>
                <a:cs typeface="DejaVu Sans"/>
              </a:defRPr>
            </a:lvl2pPr>
            <a:lvl3pPr>
              <a:defRPr sz="1500" b="0">
                <a:solidFill>
                  <a:srgbClr val="5F6E85"/>
                </a:solidFill>
                <a:latin typeface="DejaVu Sans"/>
                <a:ea typeface="DejaVu Sans"/>
                <a:cs typeface="DejaVu Sans"/>
              </a:defRPr>
            </a:lvl3pPr>
            <a:lvl4pPr>
              <a:defRPr sz="1500" b="0">
                <a:solidFill>
                  <a:srgbClr val="5F6E85"/>
                </a:solidFill>
                <a:latin typeface="DejaVu Sans"/>
                <a:ea typeface="DejaVu Sans"/>
                <a:cs typeface="DejaVu Sans"/>
              </a:defRPr>
            </a:lvl4pPr>
            <a:lvl5pPr>
              <a:defRPr sz="1500" b="0">
                <a:solidFill>
                  <a:srgbClr val="5F6E85"/>
                </a:solidFill>
                <a:latin typeface="DejaVu Sans"/>
                <a:ea typeface="DejaVu Sans"/>
                <a:cs typeface="DejaVu Sans"/>
              </a:defRPr>
            </a:lvl5pPr>
            <a:lvl6pPr>
              <a:defRPr sz="1500" b="0">
                <a:solidFill>
                  <a:srgbClr val="5F6E85"/>
                </a:solidFill>
                <a:latin typeface="DejaVu Sans"/>
                <a:ea typeface="DejaVu Sans"/>
                <a:cs typeface="DejaVu Sans"/>
              </a:defRPr>
            </a:lvl6pPr>
            <a:lvl7pPr>
              <a:defRPr sz="1500" b="0">
                <a:solidFill>
                  <a:srgbClr val="5F6E85"/>
                </a:solidFill>
                <a:latin typeface="DejaVu Sans"/>
                <a:ea typeface="DejaVu Sans"/>
                <a:cs typeface="DejaVu Sans"/>
              </a:defRPr>
            </a:lvl7pPr>
            <a:lvl8pPr>
              <a:defRPr sz="1500" b="0">
                <a:solidFill>
                  <a:srgbClr val="5F6E85"/>
                </a:solidFill>
                <a:latin typeface="DejaVu Sans"/>
                <a:ea typeface="DejaVu Sans"/>
                <a:cs typeface="DejaVu Sans"/>
              </a:defRPr>
            </a:lvl8pPr>
            <a:lvl9pPr>
              <a:defRPr sz="1500" b="0">
                <a:solidFill>
                  <a:srgbClr val="5F6E85"/>
                </a:solidFill>
                <a:latin typeface="DejaVu Sans"/>
                <a:ea typeface="DejaVu Sans"/>
                <a:cs typeface="DejaVu Sans"/>
              </a:defRPr>
            </a:lvl9pPr>
          </a:lstStyle>
          <a:p xmlns:a="http://schemas.openxmlformats.org/drawingml/2006/main">
            <a:pPr>
              <a:defRPr sz="1500" b="0">
                <a:solidFill>
                  <a:srgbClr val="5F6E85"/>
                </a:solidFill>
                <a:latin typeface="DejaVu Sans"/>
                <a:ea typeface="DejaVu Sans"/>
                <a:cs typeface="DejaVu Sans"/>
              </a:defRPr>
            </a:pPr>
            <a:r>
              <a:rPr sz="1500" b="0">
                <a:solidFill>
                  <a:srgbClr val="5F6E85"/>
                </a:solidFill>
                <a:latin typeface="DejaVu Sans"/>
                <a:ea typeface="DejaVu Sans"/>
                <a:cs typeface="DejaVu Sans"/>
              </a:rPr>
              <a:t>Current delivery covers the homepage. Other pages and the backend remain planned.</a:t>
            </a:r>
          </a:p>
        </p:txBody>
      </p:sp>
    </p:spTree>
    <p:extLst>
      <p:ext uri="{BB962C8B-B14F-4D97-AF65-F5344CB8AC3E}">
        <p14:creationId xmlns:p14="http://schemas.microsoft.com/office/powerpoint/2010/main" val="426382899"/>
      </p:ext>
    </p:extLst>
  </p:cSld>
</p:sld>
</file>

<file path=ppt/slides/slide5.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5BDF20-EC83-40FE-96D2-3EB97E095650}"/>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244B96"/>
                </a:solidFill>
                <a:latin typeface="DejaVu Sans"/>
                <a:ea typeface="DejaVu Sans"/>
                <a:cs typeface="DejaVu Sans"/>
              </a:defRPr>
            </a:defPPr>
            <a:lvl1pPr>
              <a:defRPr sz="975" b="1">
                <a:solidFill>
                  <a:srgbClr val="244B96"/>
                </a:solidFill>
                <a:latin typeface="DejaVu Sans"/>
                <a:ea typeface="DejaVu Sans"/>
                <a:cs typeface="DejaVu Sans"/>
              </a:defRPr>
            </a:lvl1pPr>
            <a:lvl2pPr>
              <a:defRPr sz="975" b="1">
                <a:solidFill>
                  <a:srgbClr val="244B96"/>
                </a:solidFill>
                <a:latin typeface="DejaVu Sans"/>
                <a:ea typeface="DejaVu Sans"/>
                <a:cs typeface="DejaVu Sans"/>
              </a:defRPr>
            </a:lvl2pPr>
            <a:lvl3pPr>
              <a:defRPr sz="975" b="1">
                <a:solidFill>
                  <a:srgbClr val="244B96"/>
                </a:solidFill>
                <a:latin typeface="DejaVu Sans"/>
                <a:ea typeface="DejaVu Sans"/>
                <a:cs typeface="DejaVu Sans"/>
              </a:defRPr>
            </a:lvl3pPr>
            <a:lvl4pPr>
              <a:defRPr sz="975" b="1">
                <a:solidFill>
                  <a:srgbClr val="244B96"/>
                </a:solidFill>
                <a:latin typeface="DejaVu Sans"/>
                <a:ea typeface="DejaVu Sans"/>
                <a:cs typeface="DejaVu Sans"/>
              </a:defRPr>
            </a:lvl4pPr>
            <a:lvl5pPr>
              <a:defRPr sz="975" b="1">
                <a:solidFill>
                  <a:srgbClr val="244B96"/>
                </a:solidFill>
                <a:latin typeface="DejaVu Sans"/>
                <a:ea typeface="DejaVu Sans"/>
                <a:cs typeface="DejaVu Sans"/>
              </a:defRPr>
            </a:lvl5pPr>
            <a:lvl6pPr>
              <a:defRPr sz="975" b="1">
                <a:solidFill>
                  <a:srgbClr val="244B96"/>
                </a:solidFill>
                <a:latin typeface="DejaVu Sans"/>
                <a:ea typeface="DejaVu Sans"/>
                <a:cs typeface="DejaVu Sans"/>
              </a:defRPr>
            </a:lvl6pPr>
            <a:lvl7pPr>
              <a:defRPr sz="975" b="1">
                <a:solidFill>
                  <a:srgbClr val="244B96"/>
                </a:solidFill>
                <a:latin typeface="DejaVu Sans"/>
                <a:ea typeface="DejaVu Sans"/>
                <a:cs typeface="DejaVu Sans"/>
              </a:defRPr>
            </a:lvl7pPr>
            <a:lvl8pPr>
              <a:defRPr sz="975" b="1">
                <a:solidFill>
                  <a:srgbClr val="244B96"/>
                </a:solidFill>
                <a:latin typeface="DejaVu Sans"/>
                <a:ea typeface="DejaVu Sans"/>
                <a:cs typeface="DejaVu Sans"/>
              </a:defRPr>
            </a:lvl8pPr>
            <a:lvl9pPr>
              <a:defRPr sz="975" b="1">
                <a:solidFill>
                  <a:srgbClr val="244B96"/>
                </a:solidFill>
                <a:latin typeface="DejaVu Sans"/>
                <a:ea typeface="DejaVu Sans"/>
                <a:cs typeface="DejaVu Sans"/>
              </a:defRPr>
            </a:lvl9pPr>
          </a:lstStyle>
          <a:p xmlns:a="http://schemas.openxmlformats.org/drawingml/2006/main">
            <a:pPr>
              <a:defRPr sz="975" b="1">
                <a:solidFill>
                  <a:srgbClr val="244B96"/>
                </a:solidFill>
                <a:latin typeface="DejaVu Sans"/>
                <a:ea typeface="DejaVu Sans"/>
                <a:cs typeface="DejaVu Sans"/>
              </a:defRPr>
            </a:pPr>
            <a:r>
              <a:rPr sz="975" b="1">
                <a:solidFill>
                  <a:srgbClr val="244B96"/>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572C5A57-326E-4B12-AA0F-DFD92A732484}"/>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42B58"/>
                </a:solidFill>
                <a:latin typeface="DejaVu Sans"/>
                <a:ea typeface="DejaVu Sans"/>
                <a:cs typeface="DejaVu Sans"/>
              </a:defRPr>
            </a:defPPr>
            <a:lvl1pPr>
              <a:defRPr sz="3450" b="1">
                <a:solidFill>
                  <a:srgbClr val="142B58"/>
                </a:solidFill>
                <a:latin typeface="DejaVu Sans"/>
                <a:ea typeface="DejaVu Sans"/>
                <a:cs typeface="DejaVu Sans"/>
              </a:defRPr>
            </a:lvl1pPr>
            <a:lvl2pPr>
              <a:defRPr sz="3450" b="1">
                <a:solidFill>
                  <a:srgbClr val="142B58"/>
                </a:solidFill>
                <a:latin typeface="DejaVu Sans"/>
                <a:ea typeface="DejaVu Sans"/>
                <a:cs typeface="DejaVu Sans"/>
              </a:defRPr>
            </a:lvl2pPr>
            <a:lvl3pPr>
              <a:defRPr sz="3450" b="1">
                <a:solidFill>
                  <a:srgbClr val="142B58"/>
                </a:solidFill>
                <a:latin typeface="DejaVu Sans"/>
                <a:ea typeface="DejaVu Sans"/>
                <a:cs typeface="DejaVu Sans"/>
              </a:defRPr>
            </a:lvl3pPr>
            <a:lvl4pPr>
              <a:defRPr sz="3450" b="1">
                <a:solidFill>
                  <a:srgbClr val="142B58"/>
                </a:solidFill>
                <a:latin typeface="DejaVu Sans"/>
                <a:ea typeface="DejaVu Sans"/>
                <a:cs typeface="DejaVu Sans"/>
              </a:defRPr>
            </a:lvl4pPr>
            <a:lvl5pPr>
              <a:defRPr sz="3450" b="1">
                <a:solidFill>
                  <a:srgbClr val="142B58"/>
                </a:solidFill>
                <a:latin typeface="DejaVu Sans"/>
                <a:ea typeface="DejaVu Sans"/>
                <a:cs typeface="DejaVu Sans"/>
              </a:defRPr>
            </a:lvl5pPr>
            <a:lvl6pPr>
              <a:defRPr sz="3450" b="1">
                <a:solidFill>
                  <a:srgbClr val="142B58"/>
                </a:solidFill>
                <a:latin typeface="DejaVu Sans"/>
                <a:ea typeface="DejaVu Sans"/>
                <a:cs typeface="DejaVu Sans"/>
              </a:defRPr>
            </a:lvl6pPr>
            <a:lvl7pPr>
              <a:defRPr sz="3450" b="1">
                <a:solidFill>
                  <a:srgbClr val="142B58"/>
                </a:solidFill>
                <a:latin typeface="DejaVu Sans"/>
                <a:ea typeface="DejaVu Sans"/>
                <a:cs typeface="DejaVu Sans"/>
              </a:defRPr>
            </a:lvl7pPr>
            <a:lvl8pPr>
              <a:defRPr sz="3450" b="1">
                <a:solidFill>
                  <a:srgbClr val="142B58"/>
                </a:solidFill>
                <a:latin typeface="DejaVu Sans"/>
                <a:ea typeface="DejaVu Sans"/>
                <a:cs typeface="DejaVu Sans"/>
              </a:defRPr>
            </a:lvl8pPr>
            <a:lvl9pPr>
              <a:defRPr sz="3450" b="1">
                <a:solidFill>
                  <a:srgbClr val="142B58"/>
                </a:solidFill>
                <a:latin typeface="DejaVu Sans"/>
                <a:ea typeface="DejaVu Sans"/>
                <a:cs typeface="DejaVu Sans"/>
              </a:defRPr>
            </a:lvl9pPr>
          </a:lstStyle>
          <a:p xmlns:a="http://schemas.openxmlformats.org/drawingml/2006/main">
            <a:pPr>
              <a:defRPr sz="3450" b="1">
                <a:solidFill>
                  <a:srgbClr val="142B58"/>
                </a:solidFill>
                <a:latin typeface="DejaVu Sans"/>
                <a:ea typeface="DejaVu Sans"/>
                <a:cs typeface="DejaVu Sans"/>
              </a:defRPr>
            </a:pPr>
            <a:r>
              <a:rPr sz="3450" b="1">
                <a:solidFill>
                  <a:srgbClr val="142B58"/>
                </a:solidFill>
                <a:latin typeface="DejaVu Sans"/>
                <a:ea typeface="DejaVu Sans"/>
                <a:cs typeface="DejaVu Sans"/>
              </a:rPr>
              <a:t>Features and Functional Requirements</a:t>
            </a:r>
          </a:p>
        </p:txBody>
      </p:sp>
      <p:sp>
        <p:nvSpPr>
          <p:cNvPr id="3" name="">
            <a:extLst xmlns:a="http://schemas.openxmlformats.org/drawingml/2006/main">
              <a:ext uri="{FF2B5EF4-FFF2-40B4-BE49-F238E27FC236}">
                <a16:creationId xmlns:a16="http://schemas.microsoft.com/office/drawing/2014/main" id="{DA5EC56E-45B1-4232-808F-9E97CB24F868}"/>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F6E85"/>
                </a:solidFill>
                <a:latin typeface="DejaVu Sans"/>
                <a:ea typeface="DejaVu Sans"/>
                <a:cs typeface="DejaVu Sans"/>
              </a:defRPr>
            </a:defPPr>
            <a:lvl1pPr>
              <a:defRPr sz="975" b="0">
                <a:solidFill>
                  <a:srgbClr val="5F6E85"/>
                </a:solidFill>
                <a:latin typeface="DejaVu Sans"/>
                <a:ea typeface="DejaVu Sans"/>
                <a:cs typeface="DejaVu Sans"/>
              </a:defRPr>
            </a:lvl1pPr>
            <a:lvl2pPr>
              <a:defRPr sz="975" b="0">
                <a:solidFill>
                  <a:srgbClr val="5F6E85"/>
                </a:solidFill>
                <a:latin typeface="DejaVu Sans"/>
                <a:ea typeface="DejaVu Sans"/>
                <a:cs typeface="DejaVu Sans"/>
              </a:defRPr>
            </a:lvl2pPr>
            <a:lvl3pPr>
              <a:defRPr sz="975" b="0">
                <a:solidFill>
                  <a:srgbClr val="5F6E85"/>
                </a:solidFill>
                <a:latin typeface="DejaVu Sans"/>
                <a:ea typeface="DejaVu Sans"/>
                <a:cs typeface="DejaVu Sans"/>
              </a:defRPr>
            </a:lvl3pPr>
            <a:lvl4pPr>
              <a:defRPr sz="975" b="0">
                <a:solidFill>
                  <a:srgbClr val="5F6E85"/>
                </a:solidFill>
                <a:latin typeface="DejaVu Sans"/>
                <a:ea typeface="DejaVu Sans"/>
                <a:cs typeface="DejaVu Sans"/>
              </a:defRPr>
            </a:lvl4pPr>
            <a:lvl5pPr>
              <a:defRPr sz="975" b="0">
                <a:solidFill>
                  <a:srgbClr val="5F6E85"/>
                </a:solidFill>
                <a:latin typeface="DejaVu Sans"/>
                <a:ea typeface="DejaVu Sans"/>
                <a:cs typeface="DejaVu Sans"/>
              </a:defRPr>
            </a:lvl5pPr>
            <a:lvl6pPr>
              <a:defRPr sz="975" b="0">
                <a:solidFill>
                  <a:srgbClr val="5F6E85"/>
                </a:solidFill>
                <a:latin typeface="DejaVu Sans"/>
                <a:ea typeface="DejaVu Sans"/>
                <a:cs typeface="DejaVu Sans"/>
              </a:defRPr>
            </a:lvl6pPr>
            <a:lvl7pPr>
              <a:defRPr sz="975" b="0">
                <a:solidFill>
                  <a:srgbClr val="5F6E85"/>
                </a:solidFill>
                <a:latin typeface="DejaVu Sans"/>
                <a:ea typeface="DejaVu Sans"/>
                <a:cs typeface="DejaVu Sans"/>
              </a:defRPr>
            </a:lvl7pPr>
            <a:lvl8pPr>
              <a:defRPr sz="975" b="0">
                <a:solidFill>
                  <a:srgbClr val="5F6E85"/>
                </a:solidFill>
                <a:latin typeface="DejaVu Sans"/>
                <a:ea typeface="DejaVu Sans"/>
                <a:cs typeface="DejaVu Sans"/>
              </a:defRPr>
            </a:lvl8pPr>
            <a:lvl9pPr>
              <a:defRPr sz="975" b="0">
                <a:solidFill>
                  <a:srgbClr val="5F6E85"/>
                </a:solidFill>
                <a:latin typeface="DejaVu Sans"/>
                <a:ea typeface="DejaVu Sans"/>
                <a:cs typeface="DejaVu Sans"/>
              </a:defRPr>
            </a:lvl9pPr>
          </a:lstStyle>
          <a:p xmlns:a="http://schemas.openxmlformats.org/drawingml/2006/main">
            <a:pPr>
              <a:defRPr sz="975" b="0">
                <a:solidFill>
                  <a:srgbClr val="5F6E85"/>
                </a:solidFill>
                <a:latin typeface="DejaVu Sans"/>
                <a:ea typeface="DejaVu Sans"/>
                <a:cs typeface="DejaVu Sans"/>
              </a:defRPr>
            </a:pPr>
            <a:r>
              <a:rPr sz="975" b="0">
                <a:solidFill>
                  <a:srgbClr val="5F6E85"/>
                </a:solidFill>
                <a:latin typeface="DejaVu Sans"/>
                <a:ea typeface="DejaVu Sans"/>
                <a:cs typeface="DejaVu Sans"/>
              </a:rPr>
              <a:t>05 / 11</a:t>
            </a:r>
          </a:p>
        </p:txBody>
      </p:sp>
      <p:sp>
        <p:nvSpPr>
          <p:cNvPr id="4" name="">
            <a:extLst xmlns:a="http://schemas.openxmlformats.org/drawingml/2006/main">
              <a:ext uri="{FF2B5EF4-FFF2-40B4-BE49-F238E27FC236}">
                <a16:creationId xmlns:a16="http://schemas.microsoft.com/office/drawing/2014/main" id="{7BE7AA37-643C-4A99-91B9-2315398C8216}"/>
              </a:ext>
            </a:extLst>
          </p:cNvPr>
          <p:cNvSpPr>
            <a:spLocks xmlns:a="http://schemas.openxmlformats.org/drawingml/2006/main" noGrp="1"/>
          </p:cNvSpPr>
          <p:nvPr/>
        </p:nvSpPr>
        <p:spPr>
          <a:xfrm xmlns:a="http://schemas.openxmlformats.org/drawingml/2006/main">
            <a:off x="666750" y="2143125"/>
            <a:ext cx="514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244B96"/>
                </a:solidFill>
                <a:latin typeface="DejaVu Sans"/>
                <a:ea typeface="DejaVu Sans"/>
                <a:cs typeface="DejaVu Sans"/>
              </a:defRPr>
            </a:defPPr>
            <a:lvl1pPr>
              <a:defRPr sz="2250" b="1">
                <a:solidFill>
                  <a:srgbClr val="244B96"/>
                </a:solidFill>
                <a:latin typeface="DejaVu Sans"/>
                <a:ea typeface="DejaVu Sans"/>
                <a:cs typeface="DejaVu Sans"/>
              </a:defRPr>
            </a:lvl1pPr>
            <a:lvl2pPr>
              <a:defRPr sz="2250" b="1">
                <a:solidFill>
                  <a:srgbClr val="244B96"/>
                </a:solidFill>
                <a:latin typeface="DejaVu Sans"/>
                <a:ea typeface="DejaVu Sans"/>
                <a:cs typeface="DejaVu Sans"/>
              </a:defRPr>
            </a:lvl2pPr>
            <a:lvl3pPr>
              <a:defRPr sz="2250" b="1">
                <a:solidFill>
                  <a:srgbClr val="244B96"/>
                </a:solidFill>
                <a:latin typeface="DejaVu Sans"/>
                <a:ea typeface="DejaVu Sans"/>
                <a:cs typeface="DejaVu Sans"/>
              </a:defRPr>
            </a:lvl3pPr>
            <a:lvl4pPr>
              <a:defRPr sz="2250" b="1">
                <a:solidFill>
                  <a:srgbClr val="244B96"/>
                </a:solidFill>
                <a:latin typeface="DejaVu Sans"/>
                <a:ea typeface="DejaVu Sans"/>
                <a:cs typeface="DejaVu Sans"/>
              </a:defRPr>
            </a:lvl4pPr>
            <a:lvl5pPr>
              <a:defRPr sz="2250" b="1">
                <a:solidFill>
                  <a:srgbClr val="244B96"/>
                </a:solidFill>
                <a:latin typeface="DejaVu Sans"/>
                <a:ea typeface="DejaVu Sans"/>
                <a:cs typeface="DejaVu Sans"/>
              </a:defRPr>
            </a:lvl5pPr>
            <a:lvl6pPr>
              <a:defRPr sz="2250" b="1">
                <a:solidFill>
                  <a:srgbClr val="244B96"/>
                </a:solidFill>
                <a:latin typeface="DejaVu Sans"/>
                <a:ea typeface="DejaVu Sans"/>
                <a:cs typeface="DejaVu Sans"/>
              </a:defRPr>
            </a:lvl6pPr>
            <a:lvl7pPr>
              <a:defRPr sz="2250" b="1">
                <a:solidFill>
                  <a:srgbClr val="244B96"/>
                </a:solidFill>
                <a:latin typeface="DejaVu Sans"/>
                <a:ea typeface="DejaVu Sans"/>
                <a:cs typeface="DejaVu Sans"/>
              </a:defRPr>
            </a:lvl7pPr>
            <a:lvl8pPr>
              <a:defRPr sz="2250" b="1">
                <a:solidFill>
                  <a:srgbClr val="244B96"/>
                </a:solidFill>
                <a:latin typeface="DejaVu Sans"/>
                <a:ea typeface="DejaVu Sans"/>
                <a:cs typeface="DejaVu Sans"/>
              </a:defRPr>
            </a:lvl8pPr>
            <a:lvl9pPr>
              <a:defRPr sz="2250" b="1">
                <a:solidFill>
                  <a:srgbClr val="244B96"/>
                </a:solidFill>
                <a:latin typeface="DejaVu Sans"/>
                <a:ea typeface="DejaVu Sans"/>
                <a:cs typeface="DejaVu Sans"/>
              </a:defRPr>
            </a:lvl9pPr>
          </a:lstStyle>
          <a:p xmlns:a="http://schemas.openxmlformats.org/drawingml/2006/main">
            <a:pPr>
              <a:defRPr sz="2250" b="1">
                <a:solidFill>
                  <a:srgbClr val="244B96"/>
                </a:solidFill>
                <a:latin typeface="DejaVu Sans"/>
                <a:ea typeface="DejaVu Sans"/>
                <a:cs typeface="DejaVu Sans"/>
              </a:defRPr>
            </a:pPr>
            <a:r>
              <a:rPr sz="2250" b="1">
                <a:solidFill>
                  <a:srgbClr val="244B96"/>
                </a:solidFill>
                <a:latin typeface="DejaVu Sans"/>
                <a:ea typeface="DejaVu Sans"/>
                <a:cs typeface="DejaVu Sans"/>
              </a:rPr>
              <a:t>Available now</a:t>
            </a:r>
          </a:p>
        </p:txBody>
      </p:sp>
      <p:sp>
        <p:nvSpPr>
          <p:cNvPr id="5" name="">
            <a:extLst xmlns:a="http://schemas.openxmlformats.org/drawingml/2006/main">
              <a:ext uri="{FF2B5EF4-FFF2-40B4-BE49-F238E27FC236}">
                <a16:creationId xmlns:a16="http://schemas.microsoft.com/office/drawing/2014/main" id="{353AC185-AE2C-478C-A4ED-35C33B06C7A4}"/>
              </a:ext>
            </a:extLst>
          </p:cNvPr>
          <p:cNvSpPr>
            <a:spLocks xmlns:a="http://schemas.openxmlformats.org/drawingml/2006/main" noGrp="1"/>
          </p:cNvSpPr>
          <p:nvPr/>
        </p:nvSpPr>
        <p:spPr>
          <a:xfrm xmlns:a="http://schemas.openxmlformats.org/drawingml/2006/main">
            <a:off x="666750" y="2905125"/>
            <a:ext cx="56197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42B58"/>
                </a:solidFill>
                <a:latin typeface="DejaVu Sans"/>
                <a:ea typeface="DejaVu Sans"/>
                <a:cs typeface="DejaVu Sans"/>
              </a:defRPr>
            </a:defPPr>
            <a:lvl1pPr>
              <a:defRPr sz="1950" b="0">
                <a:solidFill>
                  <a:srgbClr val="142B58"/>
                </a:solidFill>
                <a:latin typeface="DejaVu Sans"/>
                <a:ea typeface="DejaVu Sans"/>
                <a:cs typeface="DejaVu Sans"/>
              </a:defRPr>
            </a:lvl1pPr>
            <a:lvl2pPr>
              <a:defRPr sz="1950" b="0">
                <a:solidFill>
                  <a:srgbClr val="142B58"/>
                </a:solidFill>
                <a:latin typeface="DejaVu Sans"/>
                <a:ea typeface="DejaVu Sans"/>
                <a:cs typeface="DejaVu Sans"/>
              </a:defRPr>
            </a:lvl2pPr>
            <a:lvl3pPr>
              <a:defRPr sz="1950" b="0">
                <a:solidFill>
                  <a:srgbClr val="142B58"/>
                </a:solidFill>
                <a:latin typeface="DejaVu Sans"/>
                <a:ea typeface="DejaVu Sans"/>
                <a:cs typeface="DejaVu Sans"/>
              </a:defRPr>
            </a:lvl3pPr>
            <a:lvl4pPr>
              <a:defRPr sz="1950" b="0">
                <a:solidFill>
                  <a:srgbClr val="142B58"/>
                </a:solidFill>
                <a:latin typeface="DejaVu Sans"/>
                <a:ea typeface="DejaVu Sans"/>
                <a:cs typeface="DejaVu Sans"/>
              </a:defRPr>
            </a:lvl4pPr>
            <a:lvl5pPr>
              <a:defRPr sz="1950" b="0">
                <a:solidFill>
                  <a:srgbClr val="142B58"/>
                </a:solidFill>
                <a:latin typeface="DejaVu Sans"/>
                <a:ea typeface="DejaVu Sans"/>
                <a:cs typeface="DejaVu Sans"/>
              </a:defRPr>
            </a:lvl5pPr>
            <a:lvl6pPr>
              <a:defRPr sz="1950" b="0">
                <a:solidFill>
                  <a:srgbClr val="142B58"/>
                </a:solidFill>
                <a:latin typeface="DejaVu Sans"/>
                <a:ea typeface="DejaVu Sans"/>
                <a:cs typeface="DejaVu Sans"/>
              </a:defRPr>
            </a:lvl6pPr>
            <a:lvl7pPr>
              <a:defRPr sz="1950" b="0">
                <a:solidFill>
                  <a:srgbClr val="142B58"/>
                </a:solidFill>
                <a:latin typeface="DejaVu Sans"/>
                <a:ea typeface="DejaVu Sans"/>
                <a:cs typeface="DejaVu Sans"/>
              </a:defRPr>
            </a:lvl7pPr>
            <a:lvl8pPr>
              <a:defRPr sz="1950" b="0">
                <a:solidFill>
                  <a:srgbClr val="142B58"/>
                </a:solidFill>
                <a:latin typeface="DejaVu Sans"/>
                <a:ea typeface="DejaVu Sans"/>
                <a:cs typeface="DejaVu Sans"/>
              </a:defRPr>
            </a:lvl8pPr>
            <a:lvl9pPr>
              <a:defRPr sz="1950" b="0">
                <a:solidFill>
                  <a:srgbClr val="142B58"/>
                </a:solidFill>
                <a:latin typeface="DejaVu Sans"/>
                <a:ea typeface="DejaVu Sans"/>
                <a:cs typeface="DejaVu Sans"/>
              </a:defRPr>
            </a:lvl9pPr>
          </a:lstStyle>
          <a:p xmlns:a="http://schemas.openxmlformats.org/drawingml/2006/main">
            <a:pPr>
              <a:defRPr sz="1950" b="0">
                <a:solidFill>
                  <a:srgbClr val="142B58"/>
                </a:solidFill>
                <a:latin typeface="DejaVu Sans"/>
                <a:ea typeface="DejaVu Sans"/>
                <a:cs typeface="DejaVu Sans"/>
              </a:defRPr>
            </a:pPr>
            <a:r>
              <a:rPr sz="1950" b="0">
                <a:solidFill>
                  <a:srgbClr val="142B58"/>
                </a:solidFill>
                <a:latin typeface="DejaVu Sans"/>
                <a:ea typeface="DejaVu Sans"/>
                <a:cs typeface="DejaVu Sans"/>
              </a:rPr>
              <a:t>Section navigation and quick links</a:t>
            </a:r>
          </a:p>
          <a:p xmlns:a="http://schemas.openxmlformats.org/drawingml/2006/main">
            <a:pPr>
              <a:defRPr sz="1950" b="0">
                <a:solidFill>
                  <a:srgbClr val="142B58"/>
                </a:solidFill>
                <a:latin typeface="DejaVu Sans"/>
                <a:ea typeface="DejaVu Sans"/>
                <a:cs typeface="DejaVu Sans"/>
              </a:defRPr>
            </a:pPr>
            <a:r>
              <a:rPr sz="1950" b="0">
                <a:solidFill>
                  <a:srgbClr val="142B58"/>
                </a:solidFill>
                <a:latin typeface="DejaVu Sans"/>
                <a:ea typeface="DejaVu Sans"/>
                <a:cs typeface="DejaVu Sans"/>
              </a:rPr>
              <a:t>Programme and research cards</a:t>
            </a:r>
          </a:p>
          <a:p xmlns:a="http://schemas.openxmlformats.org/drawingml/2006/main">
            <a:pPr>
              <a:defRPr sz="1950" b="0">
                <a:solidFill>
                  <a:srgbClr val="142B58"/>
                </a:solidFill>
                <a:latin typeface="DejaVu Sans"/>
                <a:ea typeface="DejaVu Sans"/>
                <a:cs typeface="DejaVu Sans"/>
              </a:defRPr>
            </a:pPr>
            <a:r>
              <a:rPr sz="1950" b="0">
                <a:solidFill>
                  <a:srgbClr val="142B58"/>
                </a:solidFill>
                <a:latin typeface="DejaVu Sans"/>
                <a:ea typeface="DejaVu Sans"/>
                <a:cs typeface="DejaVu Sans"/>
              </a:rPr>
              <a:t>Sample notices</a:t>
            </a:r>
          </a:p>
          <a:p xmlns:a="http://schemas.openxmlformats.org/drawingml/2006/main">
            <a:pPr>
              <a:defRPr sz="1950" b="0">
                <a:solidFill>
                  <a:srgbClr val="142B58"/>
                </a:solidFill>
                <a:latin typeface="DejaVu Sans"/>
                <a:ea typeface="DejaVu Sans"/>
                <a:cs typeface="DejaVu Sans"/>
              </a:defRPr>
            </a:pPr>
            <a:r>
              <a:rPr sz="1950" b="0">
                <a:solidFill>
                  <a:srgbClr val="142B58"/>
                </a:solidFill>
                <a:latin typeface="DejaVu Sans"/>
                <a:ea typeface="DejaVu Sans"/>
                <a:cs typeface="DejaVu Sans"/>
              </a:rPr>
              <a:t>Links to official resources</a:t>
            </a:r>
          </a:p>
        </p:txBody>
      </p:sp>
      <p:sp>
        <p:nvSpPr>
          <p:cNvPr id="6" name="">
            <a:extLst xmlns:a="http://schemas.openxmlformats.org/drawingml/2006/main">
              <a:ext uri="{FF2B5EF4-FFF2-40B4-BE49-F238E27FC236}">
                <a16:creationId xmlns:a16="http://schemas.microsoft.com/office/drawing/2014/main" id="{B9B83C31-7B4D-4276-8DAD-9E5A9A99B2A0}"/>
              </a:ext>
            </a:extLst>
          </p:cNvPr>
          <p:cNvSpPr>
            <a:spLocks xmlns:a="http://schemas.openxmlformats.org/drawingml/2006/main" noGrp="1"/>
          </p:cNvSpPr>
          <p:nvPr/>
        </p:nvSpPr>
        <p:spPr>
          <a:xfrm xmlns:a="http://schemas.openxmlformats.org/drawingml/2006/main">
            <a:off x="7000875" y="214312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244B96"/>
                </a:solidFill>
                <a:latin typeface="DejaVu Sans"/>
                <a:ea typeface="DejaVu Sans"/>
                <a:cs typeface="DejaVu Sans"/>
              </a:defRPr>
            </a:defPPr>
            <a:lvl1pPr>
              <a:defRPr sz="2250" b="1">
                <a:solidFill>
                  <a:srgbClr val="244B96"/>
                </a:solidFill>
                <a:latin typeface="DejaVu Sans"/>
                <a:ea typeface="DejaVu Sans"/>
                <a:cs typeface="DejaVu Sans"/>
              </a:defRPr>
            </a:lvl1pPr>
            <a:lvl2pPr>
              <a:defRPr sz="2250" b="1">
                <a:solidFill>
                  <a:srgbClr val="244B96"/>
                </a:solidFill>
                <a:latin typeface="DejaVu Sans"/>
                <a:ea typeface="DejaVu Sans"/>
                <a:cs typeface="DejaVu Sans"/>
              </a:defRPr>
            </a:lvl2pPr>
            <a:lvl3pPr>
              <a:defRPr sz="2250" b="1">
                <a:solidFill>
                  <a:srgbClr val="244B96"/>
                </a:solidFill>
                <a:latin typeface="DejaVu Sans"/>
                <a:ea typeface="DejaVu Sans"/>
                <a:cs typeface="DejaVu Sans"/>
              </a:defRPr>
            </a:lvl3pPr>
            <a:lvl4pPr>
              <a:defRPr sz="2250" b="1">
                <a:solidFill>
                  <a:srgbClr val="244B96"/>
                </a:solidFill>
                <a:latin typeface="DejaVu Sans"/>
                <a:ea typeface="DejaVu Sans"/>
                <a:cs typeface="DejaVu Sans"/>
              </a:defRPr>
            </a:lvl4pPr>
            <a:lvl5pPr>
              <a:defRPr sz="2250" b="1">
                <a:solidFill>
                  <a:srgbClr val="244B96"/>
                </a:solidFill>
                <a:latin typeface="DejaVu Sans"/>
                <a:ea typeface="DejaVu Sans"/>
                <a:cs typeface="DejaVu Sans"/>
              </a:defRPr>
            </a:lvl5pPr>
            <a:lvl6pPr>
              <a:defRPr sz="2250" b="1">
                <a:solidFill>
                  <a:srgbClr val="244B96"/>
                </a:solidFill>
                <a:latin typeface="DejaVu Sans"/>
                <a:ea typeface="DejaVu Sans"/>
                <a:cs typeface="DejaVu Sans"/>
              </a:defRPr>
            </a:lvl6pPr>
            <a:lvl7pPr>
              <a:defRPr sz="2250" b="1">
                <a:solidFill>
                  <a:srgbClr val="244B96"/>
                </a:solidFill>
                <a:latin typeface="DejaVu Sans"/>
                <a:ea typeface="DejaVu Sans"/>
                <a:cs typeface="DejaVu Sans"/>
              </a:defRPr>
            </a:lvl7pPr>
            <a:lvl8pPr>
              <a:defRPr sz="2250" b="1">
                <a:solidFill>
                  <a:srgbClr val="244B96"/>
                </a:solidFill>
                <a:latin typeface="DejaVu Sans"/>
                <a:ea typeface="DejaVu Sans"/>
                <a:cs typeface="DejaVu Sans"/>
              </a:defRPr>
            </a:lvl8pPr>
            <a:lvl9pPr>
              <a:defRPr sz="2250" b="1">
                <a:solidFill>
                  <a:srgbClr val="244B96"/>
                </a:solidFill>
                <a:latin typeface="DejaVu Sans"/>
                <a:ea typeface="DejaVu Sans"/>
                <a:cs typeface="DejaVu Sans"/>
              </a:defRPr>
            </a:lvl9pPr>
          </a:lstStyle>
          <a:p xmlns:a="http://schemas.openxmlformats.org/drawingml/2006/main">
            <a:pPr>
              <a:defRPr sz="2250" b="1">
                <a:solidFill>
                  <a:srgbClr val="244B96"/>
                </a:solidFill>
                <a:latin typeface="DejaVu Sans"/>
                <a:ea typeface="DejaVu Sans"/>
                <a:cs typeface="DejaVu Sans"/>
              </a:defRPr>
            </a:pPr>
            <a:r>
              <a:rPr sz="2250" b="1">
                <a:solidFill>
                  <a:srgbClr val="244B96"/>
                </a:solidFill>
                <a:latin typeface="DejaVu Sans"/>
                <a:ea typeface="DejaVu Sans"/>
                <a:cs typeface="DejaVu Sans"/>
              </a:rPr>
              <a:t>Planned next</a:t>
            </a:r>
          </a:p>
        </p:txBody>
      </p:sp>
      <p:sp>
        <p:nvSpPr>
          <p:cNvPr id="7" name="">
            <a:extLst xmlns:a="http://schemas.openxmlformats.org/drawingml/2006/main">
              <a:ext uri="{FF2B5EF4-FFF2-40B4-BE49-F238E27FC236}">
                <a16:creationId xmlns:a16="http://schemas.microsoft.com/office/drawing/2014/main" id="{8F2B4A6D-993A-47A8-98F5-8CE053EA89A9}"/>
              </a:ext>
            </a:extLst>
          </p:cNvPr>
          <p:cNvSpPr>
            <a:spLocks xmlns:a="http://schemas.openxmlformats.org/drawingml/2006/main" noGrp="1"/>
          </p:cNvSpPr>
          <p:nvPr/>
        </p:nvSpPr>
        <p:spPr>
          <a:xfrm xmlns:a="http://schemas.openxmlformats.org/drawingml/2006/main">
            <a:off x="7000875" y="2905125"/>
            <a:ext cx="44767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42B58"/>
                </a:solidFill>
                <a:latin typeface="DejaVu Sans"/>
                <a:ea typeface="DejaVu Sans"/>
                <a:cs typeface="DejaVu Sans"/>
              </a:defRPr>
            </a:defPPr>
            <a:lvl1pPr>
              <a:defRPr sz="1950" b="0">
                <a:solidFill>
                  <a:srgbClr val="142B58"/>
                </a:solidFill>
                <a:latin typeface="DejaVu Sans"/>
                <a:ea typeface="DejaVu Sans"/>
                <a:cs typeface="DejaVu Sans"/>
              </a:defRPr>
            </a:lvl1pPr>
            <a:lvl2pPr>
              <a:defRPr sz="1950" b="0">
                <a:solidFill>
                  <a:srgbClr val="142B58"/>
                </a:solidFill>
                <a:latin typeface="DejaVu Sans"/>
                <a:ea typeface="DejaVu Sans"/>
                <a:cs typeface="DejaVu Sans"/>
              </a:defRPr>
            </a:lvl2pPr>
            <a:lvl3pPr>
              <a:defRPr sz="1950" b="0">
                <a:solidFill>
                  <a:srgbClr val="142B58"/>
                </a:solidFill>
                <a:latin typeface="DejaVu Sans"/>
                <a:ea typeface="DejaVu Sans"/>
                <a:cs typeface="DejaVu Sans"/>
              </a:defRPr>
            </a:lvl3pPr>
            <a:lvl4pPr>
              <a:defRPr sz="1950" b="0">
                <a:solidFill>
                  <a:srgbClr val="142B58"/>
                </a:solidFill>
                <a:latin typeface="DejaVu Sans"/>
                <a:ea typeface="DejaVu Sans"/>
                <a:cs typeface="DejaVu Sans"/>
              </a:defRPr>
            </a:lvl4pPr>
            <a:lvl5pPr>
              <a:defRPr sz="1950" b="0">
                <a:solidFill>
                  <a:srgbClr val="142B58"/>
                </a:solidFill>
                <a:latin typeface="DejaVu Sans"/>
                <a:ea typeface="DejaVu Sans"/>
                <a:cs typeface="DejaVu Sans"/>
              </a:defRPr>
            </a:lvl5pPr>
            <a:lvl6pPr>
              <a:defRPr sz="1950" b="0">
                <a:solidFill>
                  <a:srgbClr val="142B58"/>
                </a:solidFill>
                <a:latin typeface="DejaVu Sans"/>
                <a:ea typeface="DejaVu Sans"/>
                <a:cs typeface="DejaVu Sans"/>
              </a:defRPr>
            </a:lvl6pPr>
            <a:lvl7pPr>
              <a:defRPr sz="1950" b="0">
                <a:solidFill>
                  <a:srgbClr val="142B58"/>
                </a:solidFill>
                <a:latin typeface="DejaVu Sans"/>
                <a:ea typeface="DejaVu Sans"/>
                <a:cs typeface="DejaVu Sans"/>
              </a:defRPr>
            </a:lvl7pPr>
            <a:lvl8pPr>
              <a:defRPr sz="1950" b="0">
                <a:solidFill>
                  <a:srgbClr val="142B58"/>
                </a:solidFill>
                <a:latin typeface="DejaVu Sans"/>
                <a:ea typeface="DejaVu Sans"/>
                <a:cs typeface="DejaVu Sans"/>
              </a:defRPr>
            </a:lvl8pPr>
            <a:lvl9pPr>
              <a:defRPr sz="1950" b="0">
                <a:solidFill>
                  <a:srgbClr val="142B58"/>
                </a:solidFill>
                <a:latin typeface="DejaVu Sans"/>
                <a:ea typeface="DejaVu Sans"/>
                <a:cs typeface="DejaVu Sans"/>
              </a:defRPr>
            </a:lvl9pPr>
          </a:lstStyle>
          <a:p xmlns:a="http://schemas.openxmlformats.org/drawingml/2006/main">
            <a:pPr>
              <a:defRPr sz="1950" b="0">
                <a:solidFill>
                  <a:srgbClr val="142B58"/>
                </a:solidFill>
                <a:latin typeface="DejaVu Sans"/>
                <a:ea typeface="DejaVu Sans"/>
                <a:cs typeface="DejaVu Sans"/>
              </a:defRPr>
            </a:pPr>
            <a:r>
              <a:rPr sz="1950" b="0">
                <a:solidFill>
                  <a:srgbClr val="142B58"/>
                </a:solidFill>
                <a:latin typeface="DejaVu Sans"/>
                <a:ea typeface="DejaVu Sans"/>
                <a:cs typeface="DejaVu Sans"/>
              </a:rPr>
              <a:t>Administrator login</a:t>
            </a:r>
          </a:p>
          <a:p xmlns:a="http://schemas.openxmlformats.org/drawingml/2006/main">
            <a:pPr>
              <a:defRPr sz="1950" b="0">
                <a:solidFill>
                  <a:srgbClr val="142B58"/>
                </a:solidFill>
                <a:latin typeface="DejaVu Sans"/>
                <a:ea typeface="DejaVu Sans"/>
                <a:cs typeface="DejaVu Sans"/>
              </a:defRPr>
            </a:pPr>
            <a:r>
              <a:rPr sz="1950" b="0">
                <a:solidFill>
                  <a:srgbClr val="142B58"/>
                </a:solidFill>
                <a:latin typeface="DejaVu Sans"/>
                <a:ea typeface="DejaVu Sans"/>
                <a:cs typeface="DejaVu Sans"/>
              </a:rPr>
              <a:t>Add, edit and delete content</a:t>
            </a:r>
          </a:p>
          <a:p xmlns:a="http://schemas.openxmlformats.org/drawingml/2006/main">
            <a:pPr>
              <a:defRPr sz="1950" b="0">
                <a:solidFill>
                  <a:srgbClr val="142B58"/>
                </a:solidFill>
                <a:latin typeface="DejaVu Sans"/>
                <a:ea typeface="DejaVu Sans"/>
                <a:cs typeface="DejaVu Sans"/>
              </a:defRPr>
            </a:pPr>
            <a:r>
              <a:rPr sz="1950" b="0">
                <a:solidFill>
                  <a:srgbClr val="142B58"/>
                </a:solidFill>
                <a:latin typeface="DejaVu Sans"/>
                <a:ea typeface="DejaVu Sans"/>
                <a:cs typeface="DejaVu Sans"/>
              </a:rPr>
              <a:t>Database content on pages</a:t>
            </a:r>
          </a:p>
          <a:p xmlns:a="http://schemas.openxmlformats.org/drawingml/2006/main">
            <a:pPr>
              <a:defRPr sz="1950" b="0">
                <a:solidFill>
                  <a:srgbClr val="142B58"/>
                </a:solidFill>
                <a:latin typeface="DejaVu Sans"/>
                <a:ea typeface="DejaVu Sans"/>
                <a:cs typeface="DejaVu Sans"/>
              </a:defRPr>
            </a:pPr>
            <a:r>
              <a:rPr sz="1950" b="0">
                <a:solidFill>
                  <a:srgbClr val="142B58"/>
                </a:solidFill>
                <a:latin typeface="DejaVu Sans"/>
                <a:ea typeface="DejaVu Sans"/>
                <a:cs typeface="DejaVu Sans"/>
              </a:rPr>
              <a:t>Search and contact enquiries</a:t>
            </a:r>
          </a:p>
        </p:txBody>
      </p:sp>
    </p:spTree>
    <p:extLst>
      <p:ext uri="{BB962C8B-B14F-4D97-AF65-F5344CB8AC3E}">
        <p14:creationId xmlns:p14="http://schemas.microsoft.com/office/powerpoint/2010/main" val="2044371932"/>
      </p:ext>
    </p:extLst>
  </p:cSld>
</p:sld>
</file>

<file path=ppt/slides/slide6.xml><?xml version="1.0" encoding="utf-8"?>
<p:sld xmlns:p="http://schemas.openxmlformats.org/presentationml/2006/main">
  <p:cSld>
    <p:bg>
      <p:bgPr>
        <a:solidFill xmlns:a="http://schemas.openxmlformats.org/drawingml/2006/main">
          <a:srgbClr val="142B5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22CCE51-D37D-4708-9747-37FD5AB8335A}"/>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A9CAFF"/>
                </a:solidFill>
                <a:latin typeface="DejaVu Sans"/>
                <a:ea typeface="DejaVu Sans"/>
                <a:cs typeface="DejaVu Sans"/>
              </a:defRPr>
            </a:defPPr>
            <a:lvl1pPr>
              <a:defRPr sz="975" b="1">
                <a:solidFill>
                  <a:srgbClr val="A9CAFF"/>
                </a:solidFill>
                <a:latin typeface="DejaVu Sans"/>
                <a:ea typeface="DejaVu Sans"/>
                <a:cs typeface="DejaVu Sans"/>
              </a:defRPr>
            </a:lvl1pPr>
            <a:lvl2pPr>
              <a:defRPr sz="975" b="1">
                <a:solidFill>
                  <a:srgbClr val="A9CAFF"/>
                </a:solidFill>
                <a:latin typeface="DejaVu Sans"/>
                <a:ea typeface="DejaVu Sans"/>
                <a:cs typeface="DejaVu Sans"/>
              </a:defRPr>
            </a:lvl2pPr>
            <a:lvl3pPr>
              <a:defRPr sz="975" b="1">
                <a:solidFill>
                  <a:srgbClr val="A9CAFF"/>
                </a:solidFill>
                <a:latin typeface="DejaVu Sans"/>
                <a:ea typeface="DejaVu Sans"/>
                <a:cs typeface="DejaVu Sans"/>
              </a:defRPr>
            </a:lvl3pPr>
            <a:lvl4pPr>
              <a:defRPr sz="975" b="1">
                <a:solidFill>
                  <a:srgbClr val="A9CAFF"/>
                </a:solidFill>
                <a:latin typeface="DejaVu Sans"/>
                <a:ea typeface="DejaVu Sans"/>
                <a:cs typeface="DejaVu Sans"/>
              </a:defRPr>
            </a:lvl4pPr>
            <a:lvl5pPr>
              <a:defRPr sz="975" b="1">
                <a:solidFill>
                  <a:srgbClr val="A9CAFF"/>
                </a:solidFill>
                <a:latin typeface="DejaVu Sans"/>
                <a:ea typeface="DejaVu Sans"/>
                <a:cs typeface="DejaVu Sans"/>
              </a:defRPr>
            </a:lvl5pPr>
            <a:lvl6pPr>
              <a:defRPr sz="975" b="1">
                <a:solidFill>
                  <a:srgbClr val="A9CAFF"/>
                </a:solidFill>
                <a:latin typeface="DejaVu Sans"/>
                <a:ea typeface="DejaVu Sans"/>
                <a:cs typeface="DejaVu Sans"/>
              </a:defRPr>
            </a:lvl6pPr>
            <a:lvl7pPr>
              <a:defRPr sz="975" b="1">
                <a:solidFill>
                  <a:srgbClr val="A9CAFF"/>
                </a:solidFill>
                <a:latin typeface="DejaVu Sans"/>
                <a:ea typeface="DejaVu Sans"/>
                <a:cs typeface="DejaVu Sans"/>
              </a:defRPr>
            </a:lvl7pPr>
            <a:lvl8pPr>
              <a:defRPr sz="975" b="1">
                <a:solidFill>
                  <a:srgbClr val="A9CAFF"/>
                </a:solidFill>
                <a:latin typeface="DejaVu Sans"/>
                <a:ea typeface="DejaVu Sans"/>
                <a:cs typeface="DejaVu Sans"/>
              </a:defRPr>
            </a:lvl8pPr>
            <a:lvl9pPr>
              <a:defRPr sz="975" b="1">
                <a:solidFill>
                  <a:srgbClr val="A9CAFF"/>
                </a:solidFill>
                <a:latin typeface="DejaVu Sans"/>
                <a:ea typeface="DejaVu Sans"/>
                <a:cs typeface="DejaVu Sans"/>
              </a:defRPr>
            </a:lvl9pPr>
          </a:lstStyle>
          <a:p xmlns:a="http://schemas.openxmlformats.org/drawingml/2006/main">
            <a:pPr>
              <a:defRPr sz="975" b="1">
                <a:solidFill>
                  <a:srgbClr val="A9CAFF"/>
                </a:solidFill>
                <a:latin typeface="DejaVu Sans"/>
                <a:ea typeface="DejaVu Sans"/>
                <a:cs typeface="DejaVu Sans"/>
              </a:defRPr>
            </a:pPr>
            <a:r>
              <a:rPr sz="975" b="1">
                <a:solidFill>
                  <a:srgbClr val="A9CAFF"/>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7E4D81D6-BD6D-42B4-8AFC-F7E985302E7A}"/>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Technology Stack</a:t>
            </a:r>
          </a:p>
        </p:txBody>
      </p:sp>
      <p:sp>
        <p:nvSpPr>
          <p:cNvPr id="3" name="">
            <a:extLst xmlns:a="http://schemas.openxmlformats.org/drawingml/2006/main">
              <a:ext uri="{FF2B5EF4-FFF2-40B4-BE49-F238E27FC236}">
                <a16:creationId xmlns:a16="http://schemas.microsoft.com/office/drawing/2014/main" id="{5DCF7E1F-7773-4A80-BDFA-84634718240D}"/>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DCCE3"/>
                </a:solidFill>
                <a:latin typeface="DejaVu Sans"/>
                <a:ea typeface="DejaVu Sans"/>
                <a:cs typeface="DejaVu Sans"/>
              </a:defRPr>
            </a:defPPr>
            <a:lvl1pPr>
              <a:defRPr sz="975" b="0">
                <a:solidFill>
                  <a:srgbClr val="BDCCE3"/>
                </a:solidFill>
                <a:latin typeface="DejaVu Sans"/>
                <a:ea typeface="DejaVu Sans"/>
                <a:cs typeface="DejaVu Sans"/>
              </a:defRPr>
            </a:lvl1pPr>
            <a:lvl2pPr>
              <a:defRPr sz="975" b="0">
                <a:solidFill>
                  <a:srgbClr val="BDCCE3"/>
                </a:solidFill>
                <a:latin typeface="DejaVu Sans"/>
                <a:ea typeface="DejaVu Sans"/>
                <a:cs typeface="DejaVu Sans"/>
              </a:defRPr>
            </a:lvl2pPr>
            <a:lvl3pPr>
              <a:defRPr sz="975" b="0">
                <a:solidFill>
                  <a:srgbClr val="BDCCE3"/>
                </a:solidFill>
                <a:latin typeface="DejaVu Sans"/>
                <a:ea typeface="DejaVu Sans"/>
                <a:cs typeface="DejaVu Sans"/>
              </a:defRPr>
            </a:lvl3pPr>
            <a:lvl4pPr>
              <a:defRPr sz="975" b="0">
                <a:solidFill>
                  <a:srgbClr val="BDCCE3"/>
                </a:solidFill>
                <a:latin typeface="DejaVu Sans"/>
                <a:ea typeface="DejaVu Sans"/>
                <a:cs typeface="DejaVu Sans"/>
              </a:defRPr>
            </a:lvl4pPr>
            <a:lvl5pPr>
              <a:defRPr sz="975" b="0">
                <a:solidFill>
                  <a:srgbClr val="BDCCE3"/>
                </a:solidFill>
                <a:latin typeface="DejaVu Sans"/>
                <a:ea typeface="DejaVu Sans"/>
                <a:cs typeface="DejaVu Sans"/>
              </a:defRPr>
            </a:lvl5pPr>
            <a:lvl6pPr>
              <a:defRPr sz="975" b="0">
                <a:solidFill>
                  <a:srgbClr val="BDCCE3"/>
                </a:solidFill>
                <a:latin typeface="DejaVu Sans"/>
                <a:ea typeface="DejaVu Sans"/>
                <a:cs typeface="DejaVu Sans"/>
              </a:defRPr>
            </a:lvl6pPr>
            <a:lvl7pPr>
              <a:defRPr sz="975" b="0">
                <a:solidFill>
                  <a:srgbClr val="BDCCE3"/>
                </a:solidFill>
                <a:latin typeface="DejaVu Sans"/>
                <a:ea typeface="DejaVu Sans"/>
                <a:cs typeface="DejaVu Sans"/>
              </a:defRPr>
            </a:lvl7pPr>
            <a:lvl8pPr>
              <a:defRPr sz="975" b="0">
                <a:solidFill>
                  <a:srgbClr val="BDCCE3"/>
                </a:solidFill>
                <a:latin typeface="DejaVu Sans"/>
                <a:ea typeface="DejaVu Sans"/>
                <a:cs typeface="DejaVu Sans"/>
              </a:defRPr>
            </a:lvl8pPr>
            <a:lvl9pPr>
              <a:defRPr sz="975" b="0">
                <a:solidFill>
                  <a:srgbClr val="BDCCE3"/>
                </a:solidFill>
                <a:latin typeface="DejaVu Sans"/>
                <a:ea typeface="DejaVu Sans"/>
                <a:cs typeface="DejaVu Sans"/>
              </a:defRPr>
            </a:lvl9pPr>
          </a:lstStyle>
          <a:p xmlns:a="http://schemas.openxmlformats.org/drawingml/2006/main">
            <a:pPr>
              <a:defRPr sz="975" b="0">
                <a:solidFill>
                  <a:srgbClr val="BDCCE3"/>
                </a:solidFill>
                <a:latin typeface="DejaVu Sans"/>
                <a:ea typeface="DejaVu Sans"/>
                <a:cs typeface="DejaVu Sans"/>
              </a:defRPr>
            </a:pPr>
            <a:r>
              <a:rPr sz="975" b="0">
                <a:solidFill>
                  <a:srgbClr val="BDCCE3"/>
                </a:solidFill>
                <a:latin typeface="DejaVu Sans"/>
                <a:ea typeface="DejaVu Sans"/>
                <a:cs typeface="DejaVu Sans"/>
              </a:rPr>
              <a:t>06 / 11</a:t>
            </a:r>
          </a:p>
        </p:txBody>
      </p:sp>
      <p:sp>
        <p:nvSpPr>
          <p:cNvPr id="4" name="">
            <a:extLst xmlns:a="http://schemas.openxmlformats.org/drawingml/2006/main">
              <a:ext uri="{FF2B5EF4-FFF2-40B4-BE49-F238E27FC236}">
                <a16:creationId xmlns:a16="http://schemas.microsoft.com/office/drawing/2014/main" id="{5F05D6A7-DCF0-47F1-805C-88EA981DCB30}"/>
              </a:ext>
            </a:extLst>
          </p:cNvPr>
          <p:cNvSpPr>
            <a:spLocks xmlns:a="http://schemas.openxmlformats.org/drawingml/2006/main" noGrp="1"/>
          </p:cNvSpPr>
          <p:nvPr/>
        </p:nvSpPr>
        <p:spPr>
          <a:xfrm xmlns:a="http://schemas.openxmlformats.org/drawingml/2006/main">
            <a:off x="666750" y="20955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EFC16B"/>
                </a:solidFill>
                <a:latin typeface="DejaVu Sans"/>
                <a:ea typeface="DejaVu Sans"/>
                <a:cs typeface="DejaVu Sans"/>
              </a:defRPr>
            </a:defPPr>
            <a:lvl1pPr>
              <a:defRPr sz="1200" b="1">
                <a:solidFill>
                  <a:srgbClr val="EFC16B"/>
                </a:solidFill>
                <a:latin typeface="DejaVu Sans"/>
                <a:ea typeface="DejaVu Sans"/>
                <a:cs typeface="DejaVu Sans"/>
              </a:defRPr>
            </a:lvl1pPr>
            <a:lvl2pPr>
              <a:defRPr sz="1200" b="1">
                <a:solidFill>
                  <a:srgbClr val="EFC16B"/>
                </a:solidFill>
                <a:latin typeface="DejaVu Sans"/>
                <a:ea typeface="DejaVu Sans"/>
                <a:cs typeface="DejaVu Sans"/>
              </a:defRPr>
            </a:lvl2pPr>
            <a:lvl3pPr>
              <a:defRPr sz="1200" b="1">
                <a:solidFill>
                  <a:srgbClr val="EFC16B"/>
                </a:solidFill>
                <a:latin typeface="DejaVu Sans"/>
                <a:ea typeface="DejaVu Sans"/>
                <a:cs typeface="DejaVu Sans"/>
              </a:defRPr>
            </a:lvl3pPr>
            <a:lvl4pPr>
              <a:defRPr sz="1200" b="1">
                <a:solidFill>
                  <a:srgbClr val="EFC16B"/>
                </a:solidFill>
                <a:latin typeface="DejaVu Sans"/>
                <a:ea typeface="DejaVu Sans"/>
                <a:cs typeface="DejaVu Sans"/>
              </a:defRPr>
            </a:lvl4pPr>
            <a:lvl5pPr>
              <a:defRPr sz="1200" b="1">
                <a:solidFill>
                  <a:srgbClr val="EFC16B"/>
                </a:solidFill>
                <a:latin typeface="DejaVu Sans"/>
                <a:ea typeface="DejaVu Sans"/>
                <a:cs typeface="DejaVu Sans"/>
              </a:defRPr>
            </a:lvl5pPr>
            <a:lvl6pPr>
              <a:defRPr sz="1200" b="1">
                <a:solidFill>
                  <a:srgbClr val="EFC16B"/>
                </a:solidFill>
                <a:latin typeface="DejaVu Sans"/>
                <a:ea typeface="DejaVu Sans"/>
                <a:cs typeface="DejaVu Sans"/>
              </a:defRPr>
            </a:lvl6pPr>
            <a:lvl7pPr>
              <a:defRPr sz="1200" b="1">
                <a:solidFill>
                  <a:srgbClr val="EFC16B"/>
                </a:solidFill>
                <a:latin typeface="DejaVu Sans"/>
                <a:ea typeface="DejaVu Sans"/>
                <a:cs typeface="DejaVu Sans"/>
              </a:defRPr>
            </a:lvl7pPr>
            <a:lvl8pPr>
              <a:defRPr sz="1200" b="1">
                <a:solidFill>
                  <a:srgbClr val="EFC16B"/>
                </a:solidFill>
                <a:latin typeface="DejaVu Sans"/>
                <a:ea typeface="DejaVu Sans"/>
                <a:cs typeface="DejaVu Sans"/>
              </a:defRPr>
            </a:lvl8pPr>
            <a:lvl9pPr>
              <a:defRPr sz="1200" b="1">
                <a:solidFill>
                  <a:srgbClr val="EFC16B"/>
                </a:solidFill>
                <a:latin typeface="DejaVu Sans"/>
                <a:ea typeface="DejaVu Sans"/>
                <a:cs typeface="DejaVu Sans"/>
              </a:defRPr>
            </a:lvl9pPr>
          </a:lstStyle>
          <a:p xmlns:a="http://schemas.openxmlformats.org/drawingml/2006/main">
            <a:pPr>
              <a:defRPr sz="1200" b="1">
                <a:solidFill>
                  <a:srgbClr val="EFC16B"/>
                </a:solidFill>
                <a:latin typeface="DejaVu Sans"/>
                <a:ea typeface="DejaVu Sans"/>
                <a:cs typeface="DejaVu Sans"/>
              </a:defRPr>
            </a:pPr>
            <a:r>
              <a:rPr sz="1200" b="1">
                <a:solidFill>
                  <a:srgbClr val="EFC16B"/>
                </a:solidFill>
                <a:latin typeface="DejaVu Sans"/>
                <a:ea typeface="DejaVu Sans"/>
                <a:cs typeface="DejaVu Sans"/>
              </a:rPr>
              <a:t>CURRENT HOMEPAGE</a:t>
            </a:r>
          </a:p>
        </p:txBody>
      </p:sp>
      <p:sp>
        <p:nvSpPr>
          <p:cNvPr id="5" name="">
            <a:extLst xmlns:a="http://schemas.openxmlformats.org/drawingml/2006/main">
              <a:ext uri="{FF2B5EF4-FFF2-40B4-BE49-F238E27FC236}">
                <a16:creationId xmlns:a16="http://schemas.microsoft.com/office/drawing/2014/main" id="{E75D07C9-2347-46E7-B206-96AC4EEBD95B}"/>
              </a:ext>
            </a:extLst>
          </p:cNvPr>
          <p:cNvSpPr>
            <a:spLocks xmlns:a="http://schemas.openxmlformats.org/drawingml/2006/main" noGrp="1"/>
          </p:cNvSpPr>
          <p:nvPr/>
        </p:nvSpPr>
        <p:spPr>
          <a:xfrm xmlns:a="http://schemas.openxmlformats.org/drawingml/2006/main">
            <a:off x="666750" y="2714625"/>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FFFFFF"/>
                </a:solidFill>
                <a:latin typeface="DejaVu Sans"/>
                <a:ea typeface="DejaVu Sans"/>
                <a:cs typeface="DejaVu Sans"/>
              </a:defRPr>
            </a:defPPr>
            <a:lvl1pPr>
              <a:defRPr sz="2850" b="1">
                <a:solidFill>
                  <a:srgbClr val="FFFFFF"/>
                </a:solidFill>
                <a:latin typeface="DejaVu Sans"/>
                <a:ea typeface="DejaVu Sans"/>
                <a:cs typeface="DejaVu Sans"/>
              </a:defRPr>
            </a:lvl1pPr>
            <a:lvl2pPr>
              <a:defRPr sz="2850" b="1">
                <a:solidFill>
                  <a:srgbClr val="FFFFFF"/>
                </a:solidFill>
                <a:latin typeface="DejaVu Sans"/>
                <a:ea typeface="DejaVu Sans"/>
                <a:cs typeface="DejaVu Sans"/>
              </a:defRPr>
            </a:lvl2pPr>
            <a:lvl3pPr>
              <a:defRPr sz="2850" b="1">
                <a:solidFill>
                  <a:srgbClr val="FFFFFF"/>
                </a:solidFill>
                <a:latin typeface="DejaVu Sans"/>
                <a:ea typeface="DejaVu Sans"/>
                <a:cs typeface="DejaVu Sans"/>
              </a:defRPr>
            </a:lvl3pPr>
            <a:lvl4pPr>
              <a:defRPr sz="2850" b="1">
                <a:solidFill>
                  <a:srgbClr val="FFFFFF"/>
                </a:solidFill>
                <a:latin typeface="DejaVu Sans"/>
                <a:ea typeface="DejaVu Sans"/>
                <a:cs typeface="DejaVu Sans"/>
              </a:defRPr>
            </a:lvl4pPr>
            <a:lvl5pPr>
              <a:defRPr sz="2850" b="1">
                <a:solidFill>
                  <a:srgbClr val="FFFFFF"/>
                </a:solidFill>
                <a:latin typeface="DejaVu Sans"/>
                <a:ea typeface="DejaVu Sans"/>
                <a:cs typeface="DejaVu Sans"/>
              </a:defRPr>
            </a:lvl5pPr>
            <a:lvl6pPr>
              <a:defRPr sz="2850" b="1">
                <a:solidFill>
                  <a:srgbClr val="FFFFFF"/>
                </a:solidFill>
                <a:latin typeface="DejaVu Sans"/>
                <a:ea typeface="DejaVu Sans"/>
                <a:cs typeface="DejaVu Sans"/>
              </a:defRPr>
            </a:lvl6pPr>
            <a:lvl7pPr>
              <a:defRPr sz="2850" b="1">
                <a:solidFill>
                  <a:srgbClr val="FFFFFF"/>
                </a:solidFill>
                <a:latin typeface="DejaVu Sans"/>
                <a:ea typeface="DejaVu Sans"/>
                <a:cs typeface="DejaVu Sans"/>
              </a:defRPr>
            </a:lvl7pPr>
            <a:lvl8pPr>
              <a:defRPr sz="2850" b="1">
                <a:solidFill>
                  <a:srgbClr val="FFFFFF"/>
                </a:solidFill>
                <a:latin typeface="DejaVu Sans"/>
                <a:ea typeface="DejaVu Sans"/>
                <a:cs typeface="DejaVu Sans"/>
              </a:defRPr>
            </a:lvl8pPr>
            <a:lvl9pPr>
              <a:defRPr sz="2850" b="1">
                <a:solidFill>
                  <a:srgbClr val="FFFFFF"/>
                </a:solidFill>
                <a:latin typeface="DejaVu Sans"/>
                <a:ea typeface="DejaVu Sans"/>
                <a:cs typeface="DejaVu Sans"/>
              </a:defRPr>
            </a:lvl9pPr>
          </a:lstStyle>
          <a:p xmlns:a="http://schemas.openxmlformats.org/drawingml/2006/main">
            <a:pPr>
              <a:defRPr sz="2850" b="1">
                <a:solidFill>
                  <a:srgbClr val="FFFFFF"/>
                </a:solidFill>
                <a:latin typeface="DejaVu Sans"/>
                <a:ea typeface="DejaVu Sans"/>
                <a:cs typeface="DejaVu Sans"/>
              </a:defRPr>
            </a:pPr>
            <a:r>
              <a:rPr sz="2850" b="1">
                <a:solidFill>
                  <a:srgbClr val="FFFFFF"/>
                </a:solidFill>
                <a:latin typeface="DejaVu Sans"/>
                <a:ea typeface="DejaVu Sans"/>
                <a:cs typeface="DejaVu Sans"/>
              </a:rPr>
              <a:t>HTML5</a:t>
            </a:r>
          </a:p>
        </p:txBody>
      </p:sp>
      <p:sp>
        <p:nvSpPr>
          <p:cNvPr id="6" name="">
            <a:extLst xmlns:a="http://schemas.openxmlformats.org/drawingml/2006/main">
              <a:ext uri="{FF2B5EF4-FFF2-40B4-BE49-F238E27FC236}">
                <a16:creationId xmlns:a16="http://schemas.microsoft.com/office/drawing/2014/main" id="{E85A8FC4-E523-43F8-9544-0B1234F96584}"/>
              </a:ext>
            </a:extLst>
          </p:cNvPr>
          <p:cNvSpPr>
            <a:spLocks xmlns:a="http://schemas.openxmlformats.org/drawingml/2006/main" noGrp="1"/>
          </p:cNvSpPr>
          <p:nvPr/>
        </p:nvSpPr>
        <p:spPr>
          <a:xfrm xmlns:a="http://schemas.openxmlformats.org/drawingml/2006/main">
            <a:off x="3524250" y="2762250"/>
            <a:ext cx="7620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C7D5EC"/>
                </a:solidFill>
                <a:latin typeface="DejaVu Sans"/>
                <a:ea typeface="DejaVu Sans"/>
                <a:cs typeface="DejaVu Sans"/>
              </a:defRPr>
            </a:defPPr>
            <a:lvl1pPr>
              <a:defRPr sz="2025" b="0">
                <a:solidFill>
                  <a:srgbClr val="C7D5EC"/>
                </a:solidFill>
                <a:latin typeface="DejaVu Sans"/>
                <a:ea typeface="DejaVu Sans"/>
                <a:cs typeface="DejaVu Sans"/>
              </a:defRPr>
            </a:lvl1pPr>
            <a:lvl2pPr>
              <a:defRPr sz="2025" b="0">
                <a:solidFill>
                  <a:srgbClr val="C7D5EC"/>
                </a:solidFill>
                <a:latin typeface="DejaVu Sans"/>
                <a:ea typeface="DejaVu Sans"/>
                <a:cs typeface="DejaVu Sans"/>
              </a:defRPr>
            </a:lvl2pPr>
            <a:lvl3pPr>
              <a:defRPr sz="2025" b="0">
                <a:solidFill>
                  <a:srgbClr val="C7D5EC"/>
                </a:solidFill>
                <a:latin typeface="DejaVu Sans"/>
                <a:ea typeface="DejaVu Sans"/>
                <a:cs typeface="DejaVu Sans"/>
              </a:defRPr>
            </a:lvl3pPr>
            <a:lvl4pPr>
              <a:defRPr sz="2025" b="0">
                <a:solidFill>
                  <a:srgbClr val="C7D5EC"/>
                </a:solidFill>
                <a:latin typeface="DejaVu Sans"/>
                <a:ea typeface="DejaVu Sans"/>
                <a:cs typeface="DejaVu Sans"/>
              </a:defRPr>
            </a:lvl4pPr>
            <a:lvl5pPr>
              <a:defRPr sz="2025" b="0">
                <a:solidFill>
                  <a:srgbClr val="C7D5EC"/>
                </a:solidFill>
                <a:latin typeface="DejaVu Sans"/>
                <a:ea typeface="DejaVu Sans"/>
                <a:cs typeface="DejaVu Sans"/>
              </a:defRPr>
            </a:lvl5pPr>
            <a:lvl6pPr>
              <a:defRPr sz="2025" b="0">
                <a:solidFill>
                  <a:srgbClr val="C7D5EC"/>
                </a:solidFill>
                <a:latin typeface="DejaVu Sans"/>
                <a:ea typeface="DejaVu Sans"/>
                <a:cs typeface="DejaVu Sans"/>
              </a:defRPr>
            </a:lvl6pPr>
            <a:lvl7pPr>
              <a:defRPr sz="2025" b="0">
                <a:solidFill>
                  <a:srgbClr val="C7D5EC"/>
                </a:solidFill>
                <a:latin typeface="DejaVu Sans"/>
                <a:ea typeface="DejaVu Sans"/>
                <a:cs typeface="DejaVu Sans"/>
              </a:defRPr>
            </a:lvl7pPr>
            <a:lvl8pPr>
              <a:defRPr sz="2025" b="0">
                <a:solidFill>
                  <a:srgbClr val="C7D5EC"/>
                </a:solidFill>
                <a:latin typeface="DejaVu Sans"/>
                <a:ea typeface="DejaVu Sans"/>
                <a:cs typeface="DejaVu Sans"/>
              </a:defRPr>
            </a:lvl8pPr>
            <a:lvl9pPr>
              <a:defRPr sz="2025" b="0">
                <a:solidFill>
                  <a:srgbClr val="C7D5EC"/>
                </a:solidFill>
                <a:latin typeface="DejaVu Sans"/>
                <a:ea typeface="DejaVu Sans"/>
                <a:cs typeface="DejaVu Sans"/>
              </a:defRPr>
            </a:lvl9pPr>
          </a:lstStyle>
          <a:p xmlns:a="http://schemas.openxmlformats.org/drawingml/2006/main">
            <a:pPr>
              <a:defRPr sz="2025" b="0">
                <a:solidFill>
                  <a:srgbClr val="C7D5EC"/>
                </a:solidFill>
                <a:latin typeface="DejaVu Sans"/>
                <a:ea typeface="DejaVu Sans"/>
                <a:cs typeface="DejaVu Sans"/>
              </a:defRPr>
            </a:pPr>
            <a:r>
              <a:rPr sz="2025" b="0">
                <a:solidFill>
                  <a:srgbClr val="C7D5EC"/>
                </a:solidFill>
                <a:latin typeface="DejaVu Sans"/>
                <a:ea typeface="DejaVu Sans"/>
                <a:cs typeface="DejaVu Sans"/>
              </a:rPr>
              <a:t>Structure, headings and links</a:t>
            </a:r>
          </a:p>
        </p:txBody>
      </p:sp>
      <p:sp>
        <p:nvSpPr>
          <p:cNvPr id="7" name="">
            <a:extLst xmlns:a="http://schemas.openxmlformats.org/drawingml/2006/main">
              <a:ext uri="{FF2B5EF4-FFF2-40B4-BE49-F238E27FC236}">
                <a16:creationId xmlns:a16="http://schemas.microsoft.com/office/drawing/2014/main" id="{444BBC25-53C0-4FE8-9651-D71F279AA8DC}"/>
              </a:ext>
            </a:extLst>
          </p:cNvPr>
          <p:cNvSpPr>
            <a:spLocks xmlns:a="http://schemas.openxmlformats.org/drawingml/2006/main" noGrp="1"/>
          </p:cNvSpPr>
          <p:nvPr/>
        </p:nvSpPr>
        <p:spPr>
          <a:xfrm xmlns:a="http://schemas.openxmlformats.org/drawingml/2006/main">
            <a:off x="666750" y="361950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FFFFFF"/>
                </a:solidFill>
                <a:latin typeface="DejaVu Sans"/>
                <a:ea typeface="DejaVu Sans"/>
                <a:cs typeface="DejaVu Sans"/>
              </a:defRPr>
            </a:defPPr>
            <a:lvl1pPr>
              <a:defRPr sz="2850" b="1">
                <a:solidFill>
                  <a:srgbClr val="FFFFFF"/>
                </a:solidFill>
                <a:latin typeface="DejaVu Sans"/>
                <a:ea typeface="DejaVu Sans"/>
                <a:cs typeface="DejaVu Sans"/>
              </a:defRPr>
            </a:lvl1pPr>
            <a:lvl2pPr>
              <a:defRPr sz="2850" b="1">
                <a:solidFill>
                  <a:srgbClr val="FFFFFF"/>
                </a:solidFill>
                <a:latin typeface="DejaVu Sans"/>
                <a:ea typeface="DejaVu Sans"/>
                <a:cs typeface="DejaVu Sans"/>
              </a:defRPr>
            </a:lvl2pPr>
            <a:lvl3pPr>
              <a:defRPr sz="2850" b="1">
                <a:solidFill>
                  <a:srgbClr val="FFFFFF"/>
                </a:solidFill>
                <a:latin typeface="DejaVu Sans"/>
                <a:ea typeface="DejaVu Sans"/>
                <a:cs typeface="DejaVu Sans"/>
              </a:defRPr>
            </a:lvl3pPr>
            <a:lvl4pPr>
              <a:defRPr sz="2850" b="1">
                <a:solidFill>
                  <a:srgbClr val="FFFFFF"/>
                </a:solidFill>
                <a:latin typeface="DejaVu Sans"/>
                <a:ea typeface="DejaVu Sans"/>
                <a:cs typeface="DejaVu Sans"/>
              </a:defRPr>
            </a:lvl4pPr>
            <a:lvl5pPr>
              <a:defRPr sz="2850" b="1">
                <a:solidFill>
                  <a:srgbClr val="FFFFFF"/>
                </a:solidFill>
                <a:latin typeface="DejaVu Sans"/>
                <a:ea typeface="DejaVu Sans"/>
                <a:cs typeface="DejaVu Sans"/>
              </a:defRPr>
            </a:lvl5pPr>
            <a:lvl6pPr>
              <a:defRPr sz="2850" b="1">
                <a:solidFill>
                  <a:srgbClr val="FFFFFF"/>
                </a:solidFill>
                <a:latin typeface="DejaVu Sans"/>
                <a:ea typeface="DejaVu Sans"/>
                <a:cs typeface="DejaVu Sans"/>
              </a:defRPr>
            </a:lvl6pPr>
            <a:lvl7pPr>
              <a:defRPr sz="2850" b="1">
                <a:solidFill>
                  <a:srgbClr val="FFFFFF"/>
                </a:solidFill>
                <a:latin typeface="DejaVu Sans"/>
                <a:ea typeface="DejaVu Sans"/>
                <a:cs typeface="DejaVu Sans"/>
              </a:defRPr>
            </a:lvl7pPr>
            <a:lvl8pPr>
              <a:defRPr sz="2850" b="1">
                <a:solidFill>
                  <a:srgbClr val="FFFFFF"/>
                </a:solidFill>
                <a:latin typeface="DejaVu Sans"/>
                <a:ea typeface="DejaVu Sans"/>
                <a:cs typeface="DejaVu Sans"/>
              </a:defRPr>
            </a:lvl8pPr>
            <a:lvl9pPr>
              <a:defRPr sz="2850" b="1">
                <a:solidFill>
                  <a:srgbClr val="FFFFFF"/>
                </a:solidFill>
                <a:latin typeface="DejaVu Sans"/>
                <a:ea typeface="DejaVu Sans"/>
                <a:cs typeface="DejaVu Sans"/>
              </a:defRPr>
            </a:lvl9pPr>
          </a:lstStyle>
          <a:p xmlns:a="http://schemas.openxmlformats.org/drawingml/2006/main">
            <a:pPr>
              <a:defRPr sz="2850" b="1">
                <a:solidFill>
                  <a:srgbClr val="FFFFFF"/>
                </a:solidFill>
                <a:latin typeface="DejaVu Sans"/>
                <a:ea typeface="DejaVu Sans"/>
                <a:cs typeface="DejaVu Sans"/>
              </a:defRPr>
            </a:pPr>
            <a:r>
              <a:rPr sz="2850" b="1">
                <a:solidFill>
                  <a:srgbClr val="FFFFFF"/>
                </a:solidFill>
                <a:latin typeface="DejaVu Sans"/>
                <a:ea typeface="DejaVu Sans"/>
                <a:cs typeface="DejaVu Sans"/>
              </a:rPr>
              <a:t>CSS3</a:t>
            </a:r>
          </a:p>
        </p:txBody>
      </p:sp>
      <p:sp>
        <p:nvSpPr>
          <p:cNvPr id="8" name="">
            <a:extLst xmlns:a="http://schemas.openxmlformats.org/drawingml/2006/main">
              <a:ext uri="{FF2B5EF4-FFF2-40B4-BE49-F238E27FC236}">
                <a16:creationId xmlns:a16="http://schemas.microsoft.com/office/drawing/2014/main" id="{3C07977E-6EC5-478A-904F-71276F98C872}"/>
              </a:ext>
            </a:extLst>
          </p:cNvPr>
          <p:cNvSpPr>
            <a:spLocks xmlns:a="http://schemas.openxmlformats.org/drawingml/2006/main" noGrp="1"/>
          </p:cNvSpPr>
          <p:nvPr/>
        </p:nvSpPr>
        <p:spPr>
          <a:xfrm xmlns:a="http://schemas.openxmlformats.org/drawingml/2006/main">
            <a:off x="3524250" y="3667125"/>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C7D5EC"/>
                </a:solidFill>
                <a:latin typeface="DejaVu Sans"/>
                <a:ea typeface="DejaVu Sans"/>
                <a:cs typeface="DejaVu Sans"/>
              </a:defRPr>
            </a:defPPr>
            <a:lvl1pPr>
              <a:defRPr sz="2025" b="0">
                <a:solidFill>
                  <a:srgbClr val="C7D5EC"/>
                </a:solidFill>
                <a:latin typeface="DejaVu Sans"/>
                <a:ea typeface="DejaVu Sans"/>
                <a:cs typeface="DejaVu Sans"/>
              </a:defRPr>
            </a:lvl1pPr>
            <a:lvl2pPr>
              <a:defRPr sz="2025" b="0">
                <a:solidFill>
                  <a:srgbClr val="C7D5EC"/>
                </a:solidFill>
                <a:latin typeface="DejaVu Sans"/>
                <a:ea typeface="DejaVu Sans"/>
                <a:cs typeface="DejaVu Sans"/>
              </a:defRPr>
            </a:lvl2pPr>
            <a:lvl3pPr>
              <a:defRPr sz="2025" b="0">
                <a:solidFill>
                  <a:srgbClr val="C7D5EC"/>
                </a:solidFill>
                <a:latin typeface="DejaVu Sans"/>
                <a:ea typeface="DejaVu Sans"/>
                <a:cs typeface="DejaVu Sans"/>
              </a:defRPr>
            </a:lvl3pPr>
            <a:lvl4pPr>
              <a:defRPr sz="2025" b="0">
                <a:solidFill>
                  <a:srgbClr val="C7D5EC"/>
                </a:solidFill>
                <a:latin typeface="DejaVu Sans"/>
                <a:ea typeface="DejaVu Sans"/>
                <a:cs typeface="DejaVu Sans"/>
              </a:defRPr>
            </a:lvl4pPr>
            <a:lvl5pPr>
              <a:defRPr sz="2025" b="0">
                <a:solidFill>
                  <a:srgbClr val="C7D5EC"/>
                </a:solidFill>
                <a:latin typeface="DejaVu Sans"/>
                <a:ea typeface="DejaVu Sans"/>
                <a:cs typeface="DejaVu Sans"/>
              </a:defRPr>
            </a:lvl5pPr>
            <a:lvl6pPr>
              <a:defRPr sz="2025" b="0">
                <a:solidFill>
                  <a:srgbClr val="C7D5EC"/>
                </a:solidFill>
                <a:latin typeface="DejaVu Sans"/>
                <a:ea typeface="DejaVu Sans"/>
                <a:cs typeface="DejaVu Sans"/>
              </a:defRPr>
            </a:lvl6pPr>
            <a:lvl7pPr>
              <a:defRPr sz="2025" b="0">
                <a:solidFill>
                  <a:srgbClr val="C7D5EC"/>
                </a:solidFill>
                <a:latin typeface="DejaVu Sans"/>
                <a:ea typeface="DejaVu Sans"/>
                <a:cs typeface="DejaVu Sans"/>
              </a:defRPr>
            </a:lvl7pPr>
            <a:lvl8pPr>
              <a:defRPr sz="2025" b="0">
                <a:solidFill>
                  <a:srgbClr val="C7D5EC"/>
                </a:solidFill>
                <a:latin typeface="DejaVu Sans"/>
                <a:ea typeface="DejaVu Sans"/>
                <a:cs typeface="DejaVu Sans"/>
              </a:defRPr>
            </a:lvl8pPr>
            <a:lvl9pPr>
              <a:defRPr sz="2025" b="0">
                <a:solidFill>
                  <a:srgbClr val="C7D5EC"/>
                </a:solidFill>
                <a:latin typeface="DejaVu Sans"/>
                <a:ea typeface="DejaVu Sans"/>
                <a:cs typeface="DejaVu Sans"/>
              </a:defRPr>
            </a:lvl9pPr>
          </a:lstStyle>
          <a:p xmlns:a="http://schemas.openxmlformats.org/drawingml/2006/main">
            <a:pPr>
              <a:defRPr sz="2025" b="0">
                <a:solidFill>
                  <a:srgbClr val="C7D5EC"/>
                </a:solidFill>
                <a:latin typeface="DejaVu Sans"/>
                <a:ea typeface="DejaVu Sans"/>
                <a:cs typeface="DejaVu Sans"/>
              </a:defRPr>
            </a:pPr>
            <a:r>
              <a:rPr sz="2025" b="0">
                <a:solidFill>
                  <a:srgbClr val="C7D5EC"/>
                </a:solidFill>
                <a:latin typeface="DejaVu Sans"/>
                <a:ea typeface="DejaVu Sans"/>
                <a:cs typeface="DejaVu Sans"/>
              </a:rPr>
              <a:t>Colours, spacing and responsive layouts</a:t>
            </a:r>
          </a:p>
        </p:txBody>
      </p:sp>
      <p:sp>
        <p:nvSpPr>
          <p:cNvPr id="9" name="">
            <a:extLst xmlns:a="http://schemas.openxmlformats.org/drawingml/2006/main">
              <a:ext uri="{FF2B5EF4-FFF2-40B4-BE49-F238E27FC236}">
                <a16:creationId xmlns:a16="http://schemas.microsoft.com/office/drawing/2014/main" id="{7877DAB3-8B37-4055-BFF2-0D79BF34F3EF}"/>
              </a:ext>
            </a:extLst>
          </p:cNvPr>
          <p:cNvSpPr>
            <a:spLocks xmlns:a="http://schemas.openxmlformats.org/drawingml/2006/main" noGrp="1"/>
          </p:cNvSpPr>
          <p:nvPr/>
        </p:nvSpPr>
        <p:spPr>
          <a:xfrm xmlns:a="http://schemas.openxmlformats.org/drawingml/2006/main">
            <a:off x="666750" y="4810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EFC16B"/>
                </a:solidFill>
                <a:latin typeface="DejaVu Sans"/>
                <a:ea typeface="DejaVu Sans"/>
                <a:cs typeface="DejaVu Sans"/>
              </a:defRPr>
            </a:defPPr>
            <a:lvl1pPr>
              <a:defRPr sz="1200" b="1">
                <a:solidFill>
                  <a:srgbClr val="EFC16B"/>
                </a:solidFill>
                <a:latin typeface="DejaVu Sans"/>
                <a:ea typeface="DejaVu Sans"/>
                <a:cs typeface="DejaVu Sans"/>
              </a:defRPr>
            </a:lvl1pPr>
            <a:lvl2pPr>
              <a:defRPr sz="1200" b="1">
                <a:solidFill>
                  <a:srgbClr val="EFC16B"/>
                </a:solidFill>
                <a:latin typeface="DejaVu Sans"/>
                <a:ea typeface="DejaVu Sans"/>
                <a:cs typeface="DejaVu Sans"/>
              </a:defRPr>
            </a:lvl2pPr>
            <a:lvl3pPr>
              <a:defRPr sz="1200" b="1">
                <a:solidFill>
                  <a:srgbClr val="EFC16B"/>
                </a:solidFill>
                <a:latin typeface="DejaVu Sans"/>
                <a:ea typeface="DejaVu Sans"/>
                <a:cs typeface="DejaVu Sans"/>
              </a:defRPr>
            </a:lvl3pPr>
            <a:lvl4pPr>
              <a:defRPr sz="1200" b="1">
                <a:solidFill>
                  <a:srgbClr val="EFC16B"/>
                </a:solidFill>
                <a:latin typeface="DejaVu Sans"/>
                <a:ea typeface="DejaVu Sans"/>
                <a:cs typeface="DejaVu Sans"/>
              </a:defRPr>
            </a:lvl4pPr>
            <a:lvl5pPr>
              <a:defRPr sz="1200" b="1">
                <a:solidFill>
                  <a:srgbClr val="EFC16B"/>
                </a:solidFill>
                <a:latin typeface="DejaVu Sans"/>
                <a:ea typeface="DejaVu Sans"/>
                <a:cs typeface="DejaVu Sans"/>
              </a:defRPr>
            </a:lvl5pPr>
            <a:lvl6pPr>
              <a:defRPr sz="1200" b="1">
                <a:solidFill>
                  <a:srgbClr val="EFC16B"/>
                </a:solidFill>
                <a:latin typeface="DejaVu Sans"/>
                <a:ea typeface="DejaVu Sans"/>
                <a:cs typeface="DejaVu Sans"/>
              </a:defRPr>
            </a:lvl6pPr>
            <a:lvl7pPr>
              <a:defRPr sz="1200" b="1">
                <a:solidFill>
                  <a:srgbClr val="EFC16B"/>
                </a:solidFill>
                <a:latin typeface="DejaVu Sans"/>
                <a:ea typeface="DejaVu Sans"/>
                <a:cs typeface="DejaVu Sans"/>
              </a:defRPr>
            </a:lvl7pPr>
            <a:lvl8pPr>
              <a:defRPr sz="1200" b="1">
                <a:solidFill>
                  <a:srgbClr val="EFC16B"/>
                </a:solidFill>
                <a:latin typeface="DejaVu Sans"/>
                <a:ea typeface="DejaVu Sans"/>
                <a:cs typeface="DejaVu Sans"/>
              </a:defRPr>
            </a:lvl8pPr>
            <a:lvl9pPr>
              <a:defRPr sz="1200" b="1">
                <a:solidFill>
                  <a:srgbClr val="EFC16B"/>
                </a:solidFill>
                <a:latin typeface="DejaVu Sans"/>
                <a:ea typeface="DejaVu Sans"/>
                <a:cs typeface="DejaVu Sans"/>
              </a:defRPr>
            </a:lvl9pPr>
          </a:lstStyle>
          <a:p xmlns:a="http://schemas.openxmlformats.org/drawingml/2006/main">
            <a:pPr>
              <a:defRPr sz="1200" b="1">
                <a:solidFill>
                  <a:srgbClr val="EFC16B"/>
                </a:solidFill>
                <a:latin typeface="DejaVu Sans"/>
                <a:ea typeface="DejaVu Sans"/>
                <a:cs typeface="DejaVu Sans"/>
              </a:defRPr>
            </a:pPr>
            <a:r>
              <a:rPr sz="1200" b="1">
                <a:solidFill>
                  <a:srgbClr val="EFC16B"/>
                </a:solidFill>
                <a:latin typeface="DejaVu Sans"/>
                <a:ea typeface="DejaVu Sans"/>
                <a:cs typeface="DejaVu Sans"/>
              </a:rPr>
              <a:t>PLANNED DYNAMIC WEBSITE</a:t>
            </a:r>
          </a:p>
        </p:txBody>
      </p:sp>
      <p:sp>
        <p:nvSpPr>
          <p:cNvPr id="10" name="">
            <a:extLst xmlns:a="http://schemas.openxmlformats.org/drawingml/2006/main">
              <a:ext uri="{FF2B5EF4-FFF2-40B4-BE49-F238E27FC236}">
                <a16:creationId xmlns:a16="http://schemas.microsoft.com/office/drawing/2014/main" id="{A5FF92AE-86F0-4F1D-8828-C749890BC13C}"/>
              </a:ext>
            </a:extLst>
          </p:cNvPr>
          <p:cNvSpPr>
            <a:spLocks xmlns:a="http://schemas.openxmlformats.org/drawingml/2006/main" noGrp="1"/>
          </p:cNvSpPr>
          <p:nvPr/>
        </p:nvSpPr>
        <p:spPr>
          <a:xfrm xmlns:a="http://schemas.openxmlformats.org/drawingml/2006/main">
            <a:off x="666750" y="5381625"/>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FFFFF"/>
                </a:solidFill>
                <a:latin typeface="DejaVu Sans"/>
                <a:ea typeface="DejaVu Sans"/>
                <a:cs typeface="DejaVu Sans"/>
              </a:defRPr>
            </a:defPPr>
            <a:lvl1pPr>
              <a:defRPr sz="2250" b="1">
                <a:solidFill>
                  <a:srgbClr val="FFFFFF"/>
                </a:solidFill>
                <a:latin typeface="DejaVu Sans"/>
                <a:ea typeface="DejaVu Sans"/>
                <a:cs typeface="DejaVu Sans"/>
              </a:defRPr>
            </a:lvl1pPr>
            <a:lvl2pPr>
              <a:defRPr sz="2250" b="1">
                <a:solidFill>
                  <a:srgbClr val="FFFFFF"/>
                </a:solidFill>
                <a:latin typeface="DejaVu Sans"/>
                <a:ea typeface="DejaVu Sans"/>
                <a:cs typeface="DejaVu Sans"/>
              </a:defRPr>
            </a:lvl2pPr>
            <a:lvl3pPr>
              <a:defRPr sz="2250" b="1">
                <a:solidFill>
                  <a:srgbClr val="FFFFFF"/>
                </a:solidFill>
                <a:latin typeface="DejaVu Sans"/>
                <a:ea typeface="DejaVu Sans"/>
                <a:cs typeface="DejaVu Sans"/>
              </a:defRPr>
            </a:lvl3pPr>
            <a:lvl4pPr>
              <a:defRPr sz="2250" b="1">
                <a:solidFill>
                  <a:srgbClr val="FFFFFF"/>
                </a:solidFill>
                <a:latin typeface="DejaVu Sans"/>
                <a:ea typeface="DejaVu Sans"/>
                <a:cs typeface="DejaVu Sans"/>
              </a:defRPr>
            </a:lvl4pPr>
            <a:lvl5pPr>
              <a:defRPr sz="2250" b="1">
                <a:solidFill>
                  <a:srgbClr val="FFFFFF"/>
                </a:solidFill>
                <a:latin typeface="DejaVu Sans"/>
                <a:ea typeface="DejaVu Sans"/>
                <a:cs typeface="DejaVu Sans"/>
              </a:defRPr>
            </a:lvl5pPr>
            <a:lvl6pPr>
              <a:defRPr sz="2250" b="1">
                <a:solidFill>
                  <a:srgbClr val="FFFFFF"/>
                </a:solidFill>
                <a:latin typeface="DejaVu Sans"/>
                <a:ea typeface="DejaVu Sans"/>
                <a:cs typeface="DejaVu Sans"/>
              </a:defRPr>
            </a:lvl6pPr>
            <a:lvl7pPr>
              <a:defRPr sz="2250" b="1">
                <a:solidFill>
                  <a:srgbClr val="FFFFFF"/>
                </a:solidFill>
                <a:latin typeface="DejaVu Sans"/>
                <a:ea typeface="DejaVu Sans"/>
                <a:cs typeface="DejaVu Sans"/>
              </a:defRPr>
            </a:lvl7pPr>
            <a:lvl8pPr>
              <a:defRPr sz="2250" b="1">
                <a:solidFill>
                  <a:srgbClr val="FFFFFF"/>
                </a:solidFill>
                <a:latin typeface="DejaVu Sans"/>
                <a:ea typeface="DejaVu Sans"/>
                <a:cs typeface="DejaVu Sans"/>
              </a:defRPr>
            </a:lvl8pPr>
            <a:lvl9pPr>
              <a:defRPr sz="2250" b="1">
                <a:solidFill>
                  <a:srgbClr val="FFFFFF"/>
                </a:solidFill>
                <a:latin typeface="DejaVu Sans"/>
                <a:ea typeface="DejaVu Sans"/>
                <a:cs typeface="DejaVu Sans"/>
              </a:defRPr>
            </a:lvl9pPr>
          </a:lstStyle>
          <a:p xmlns:a="http://schemas.openxmlformats.org/drawingml/2006/main">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PHP</a:t>
            </a:r>
          </a:p>
        </p:txBody>
      </p:sp>
      <p:sp>
        <p:nvSpPr>
          <p:cNvPr id="11" name="">
            <a:extLst xmlns:a="http://schemas.openxmlformats.org/drawingml/2006/main">
              <a:ext uri="{FF2B5EF4-FFF2-40B4-BE49-F238E27FC236}">
                <a16:creationId xmlns:a16="http://schemas.microsoft.com/office/drawing/2014/main" id="{CEDA8C05-2B1E-40F5-8369-0B96419452EB}"/>
              </a:ext>
            </a:extLst>
          </p:cNvPr>
          <p:cNvSpPr>
            <a:spLocks xmlns:a="http://schemas.openxmlformats.org/drawingml/2006/main" noGrp="1"/>
          </p:cNvSpPr>
          <p:nvPr/>
        </p:nvSpPr>
        <p:spPr>
          <a:xfrm xmlns:a="http://schemas.openxmlformats.org/drawingml/2006/main">
            <a:off x="2476500" y="542925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C7D5EC"/>
                </a:solidFill>
                <a:latin typeface="DejaVu Sans"/>
                <a:ea typeface="DejaVu Sans"/>
                <a:cs typeface="DejaVu Sans"/>
              </a:defRPr>
            </a:defPPr>
            <a:lvl1pPr>
              <a:defRPr sz="1725" b="0">
                <a:solidFill>
                  <a:srgbClr val="C7D5EC"/>
                </a:solidFill>
                <a:latin typeface="DejaVu Sans"/>
                <a:ea typeface="DejaVu Sans"/>
                <a:cs typeface="DejaVu Sans"/>
              </a:defRPr>
            </a:lvl1pPr>
            <a:lvl2pPr>
              <a:defRPr sz="1725" b="0">
                <a:solidFill>
                  <a:srgbClr val="C7D5EC"/>
                </a:solidFill>
                <a:latin typeface="DejaVu Sans"/>
                <a:ea typeface="DejaVu Sans"/>
                <a:cs typeface="DejaVu Sans"/>
              </a:defRPr>
            </a:lvl2pPr>
            <a:lvl3pPr>
              <a:defRPr sz="1725" b="0">
                <a:solidFill>
                  <a:srgbClr val="C7D5EC"/>
                </a:solidFill>
                <a:latin typeface="DejaVu Sans"/>
                <a:ea typeface="DejaVu Sans"/>
                <a:cs typeface="DejaVu Sans"/>
              </a:defRPr>
            </a:lvl3pPr>
            <a:lvl4pPr>
              <a:defRPr sz="1725" b="0">
                <a:solidFill>
                  <a:srgbClr val="C7D5EC"/>
                </a:solidFill>
                <a:latin typeface="DejaVu Sans"/>
                <a:ea typeface="DejaVu Sans"/>
                <a:cs typeface="DejaVu Sans"/>
              </a:defRPr>
            </a:lvl4pPr>
            <a:lvl5pPr>
              <a:defRPr sz="1725" b="0">
                <a:solidFill>
                  <a:srgbClr val="C7D5EC"/>
                </a:solidFill>
                <a:latin typeface="DejaVu Sans"/>
                <a:ea typeface="DejaVu Sans"/>
                <a:cs typeface="DejaVu Sans"/>
              </a:defRPr>
            </a:lvl5pPr>
            <a:lvl6pPr>
              <a:defRPr sz="1725" b="0">
                <a:solidFill>
                  <a:srgbClr val="C7D5EC"/>
                </a:solidFill>
                <a:latin typeface="DejaVu Sans"/>
                <a:ea typeface="DejaVu Sans"/>
                <a:cs typeface="DejaVu Sans"/>
              </a:defRPr>
            </a:lvl6pPr>
            <a:lvl7pPr>
              <a:defRPr sz="1725" b="0">
                <a:solidFill>
                  <a:srgbClr val="C7D5EC"/>
                </a:solidFill>
                <a:latin typeface="DejaVu Sans"/>
                <a:ea typeface="DejaVu Sans"/>
                <a:cs typeface="DejaVu Sans"/>
              </a:defRPr>
            </a:lvl7pPr>
            <a:lvl8pPr>
              <a:defRPr sz="1725" b="0">
                <a:solidFill>
                  <a:srgbClr val="C7D5EC"/>
                </a:solidFill>
                <a:latin typeface="DejaVu Sans"/>
                <a:ea typeface="DejaVu Sans"/>
                <a:cs typeface="DejaVu Sans"/>
              </a:defRPr>
            </a:lvl8pPr>
            <a:lvl9pPr>
              <a:defRPr sz="1725" b="0">
                <a:solidFill>
                  <a:srgbClr val="C7D5EC"/>
                </a:solidFill>
                <a:latin typeface="DejaVu Sans"/>
                <a:ea typeface="DejaVu Sans"/>
                <a:cs typeface="DejaVu Sans"/>
              </a:defRPr>
            </a:lvl9pPr>
          </a:lstStyle>
          <a:p xmlns:a="http://schemas.openxmlformats.org/drawingml/2006/main">
            <a:pPr>
              <a:defRPr sz="1725" b="0">
                <a:solidFill>
                  <a:srgbClr val="C7D5EC"/>
                </a:solidFill>
                <a:latin typeface="DejaVu Sans"/>
                <a:ea typeface="DejaVu Sans"/>
                <a:cs typeface="DejaVu Sans"/>
              </a:defRPr>
            </a:pPr>
            <a:r>
              <a:rPr sz="1725" b="0">
                <a:solidFill>
                  <a:srgbClr val="C7D5EC"/>
                </a:solidFill>
                <a:latin typeface="DejaVu Sans"/>
                <a:ea typeface="DejaVu Sans"/>
                <a:cs typeface="DejaVu Sans"/>
              </a:rPr>
              <a:t>Server logic and login</a:t>
            </a:r>
          </a:p>
        </p:txBody>
      </p:sp>
      <p:sp>
        <p:nvSpPr>
          <p:cNvPr id="12" name="">
            <a:extLst xmlns:a="http://schemas.openxmlformats.org/drawingml/2006/main">
              <a:ext uri="{FF2B5EF4-FFF2-40B4-BE49-F238E27FC236}">
                <a16:creationId xmlns:a16="http://schemas.microsoft.com/office/drawing/2014/main" id="{5E0A5AFC-F28F-49E7-B714-69052F004EE2}"/>
              </a:ext>
            </a:extLst>
          </p:cNvPr>
          <p:cNvSpPr>
            <a:spLocks xmlns:a="http://schemas.openxmlformats.org/drawingml/2006/main" noGrp="1"/>
          </p:cNvSpPr>
          <p:nvPr/>
        </p:nvSpPr>
        <p:spPr>
          <a:xfrm xmlns:a="http://schemas.openxmlformats.org/drawingml/2006/main">
            <a:off x="7191375" y="5381625"/>
            <a:ext cx="190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FFFFF"/>
                </a:solidFill>
                <a:latin typeface="DejaVu Sans"/>
                <a:ea typeface="DejaVu Sans"/>
                <a:cs typeface="DejaVu Sans"/>
              </a:defRPr>
            </a:defPPr>
            <a:lvl1pPr>
              <a:defRPr sz="2250" b="1">
                <a:solidFill>
                  <a:srgbClr val="FFFFFF"/>
                </a:solidFill>
                <a:latin typeface="DejaVu Sans"/>
                <a:ea typeface="DejaVu Sans"/>
                <a:cs typeface="DejaVu Sans"/>
              </a:defRPr>
            </a:lvl1pPr>
            <a:lvl2pPr>
              <a:defRPr sz="2250" b="1">
                <a:solidFill>
                  <a:srgbClr val="FFFFFF"/>
                </a:solidFill>
                <a:latin typeface="DejaVu Sans"/>
                <a:ea typeface="DejaVu Sans"/>
                <a:cs typeface="DejaVu Sans"/>
              </a:defRPr>
            </a:lvl2pPr>
            <a:lvl3pPr>
              <a:defRPr sz="2250" b="1">
                <a:solidFill>
                  <a:srgbClr val="FFFFFF"/>
                </a:solidFill>
                <a:latin typeface="DejaVu Sans"/>
                <a:ea typeface="DejaVu Sans"/>
                <a:cs typeface="DejaVu Sans"/>
              </a:defRPr>
            </a:lvl3pPr>
            <a:lvl4pPr>
              <a:defRPr sz="2250" b="1">
                <a:solidFill>
                  <a:srgbClr val="FFFFFF"/>
                </a:solidFill>
                <a:latin typeface="DejaVu Sans"/>
                <a:ea typeface="DejaVu Sans"/>
                <a:cs typeface="DejaVu Sans"/>
              </a:defRPr>
            </a:lvl4pPr>
            <a:lvl5pPr>
              <a:defRPr sz="2250" b="1">
                <a:solidFill>
                  <a:srgbClr val="FFFFFF"/>
                </a:solidFill>
                <a:latin typeface="DejaVu Sans"/>
                <a:ea typeface="DejaVu Sans"/>
                <a:cs typeface="DejaVu Sans"/>
              </a:defRPr>
            </a:lvl5pPr>
            <a:lvl6pPr>
              <a:defRPr sz="2250" b="1">
                <a:solidFill>
                  <a:srgbClr val="FFFFFF"/>
                </a:solidFill>
                <a:latin typeface="DejaVu Sans"/>
                <a:ea typeface="DejaVu Sans"/>
                <a:cs typeface="DejaVu Sans"/>
              </a:defRPr>
            </a:lvl6pPr>
            <a:lvl7pPr>
              <a:defRPr sz="2250" b="1">
                <a:solidFill>
                  <a:srgbClr val="FFFFFF"/>
                </a:solidFill>
                <a:latin typeface="DejaVu Sans"/>
                <a:ea typeface="DejaVu Sans"/>
                <a:cs typeface="DejaVu Sans"/>
              </a:defRPr>
            </a:lvl7pPr>
            <a:lvl8pPr>
              <a:defRPr sz="2250" b="1">
                <a:solidFill>
                  <a:srgbClr val="FFFFFF"/>
                </a:solidFill>
                <a:latin typeface="DejaVu Sans"/>
                <a:ea typeface="DejaVu Sans"/>
                <a:cs typeface="DejaVu Sans"/>
              </a:defRPr>
            </a:lvl8pPr>
            <a:lvl9pPr>
              <a:defRPr sz="2250" b="1">
                <a:solidFill>
                  <a:srgbClr val="FFFFFF"/>
                </a:solidFill>
                <a:latin typeface="DejaVu Sans"/>
                <a:ea typeface="DejaVu Sans"/>
                <a:cs typeface="DejaVu Sans"/>
              </a:defRPr>
            </a:lvl9pPr>
          </a:lstStyle>
          <a:p xmlns:a="http://schemas.openxmlformats.org/drawingml/2006/main">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MySQL</a:t>
            </a:r>
          </a:p>
        </p:txBody>
      </p:sp>
      <p:sp>
        <p:nvSpPr>
          <p:cNvPr id="13" name="">
            <a:extLst xmlns:a="http://schemas.openxmlformats.org/drawingml/2006/main">
              <a:ext uri="{FF2B5EF4-FFF2-40B4-BE49-F238E27FC236}">
                <a16:creationId xmlns:a16="http://schemas.microsoft.com/office/drawing/2014/main" id="{A582E1E2-71A8-4DD2-A75E-01D00CBE9AC0}"/>
              </a:ext>
            </a:extLst>
          </p:cNvPr>
          <p:cNvSpPr>
            <a:spLocks xmlns:a="http://schemas.openxmlformats.org/drawingml/2006/main" noGrp="1"/>
          </p:cNvSpPr>
          <p:nvPr/>
        </p:nvSpPr>
        <p:spPr>
          <a:xfrm xmlns:a="http://schemas.openxmlformats.org/drawingml/2006/main">
            <a:off x="9144000" y="5429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C7D5EC"/>
                </a:solidFill>
                <a:latin typeface="DejaVu Sans"/>
                <a:ea typeface="DejaVu Sans"/>
                <a:cs typeface="DejaVu Sans"/>
              </a:defRPr>
            </a:defPPr>
            <a:lvl1pPr>
              <a:defRPr sz="1725" b="0">
                <a:solidFill>
                  <a:srgbClr val="C7D5EC"/>
                </a:solidFill>
                <a:latin typeface="DejaVu Sans"/>
                <a:ea typeface="DejaVu Sans"/>
                <a:cs typeface="DejaVu Sans"/>
              </a:defRPr>
            </a:lvl1pPr>
            <a:lvl2pPr>
              <a:defRPr sz="1725" b="0">
                <a:solidFill>
                  <a:srgbClr val="C7D5EC"/>
                </a:solidFill>
                <a:latin typeface="DejaVu Sans"/>
                <a:ea typeface="DejaVu Sans"/>
                <a:cs typeface="DejaVu Sans"/>
              </a:defRPr>
            </a:lvl2pPr>
            <a:lvl3pPr>
              <a:defRPr sz="1725" b="0">
                <a:solidFill>
                  <a:srgbClr val="C7D5EC"/>
                </a:solidFill>
                <a:latin typeface="DejaVu Sans"/>
                <a:ea typeface="DejaVu Sans"/>
                <a:cs typeface="DejaVu Sans"/>
              </a:defRPr>
            </a:lvl3pPr>
            <a:lvl4pPr>
              <a:defRPr sz="1725" b="0">
                <a:solidFill>
                  <a:srgbClr val="C7D5EC"/>
                </a:solidFill>
                <a:latin typeface="DejaVu Sans"/>
                <a:ea typeface="DejaVu Sans"/>
                <a:cs typeface="DejaVu Sans"/>
              </a:defRPr>
            </a:lvl4pPr>
            <a:lvl5pPr>
              <a:defRPr sz="1725" b="0">
                <a:solidFill>
                  <a:srgbClr val="C7D5EC"/>
                </a:solidFill>
                <a:latin typeface="DejaVu Sans"/>
                <a:ea typeface="DejaVu Sans"/>
                <a:cs typeface="DejaVu Sans"/>
              </a:defRPr>
            </a:lvl5pPr>
            <a:lvl6pPr>
              <a:defRPr sz="1725" b="0">
                <a:solidFill>
                  <a:srgbClr val="C7D5EC"/>
                </a:solidFill>
                <a:latin typeface="DejaVu Sans"/>
                <a:ea typeface="DejaVu Sans"/>
                <a:cs typeface="DejaVu Sans"/>
              </a:defRPr>
            </a:lvl6pPr>
            <a:lvl7pPr>
              <a:defRPr sz="1725" b="0">
                <a:solidFill>
                  <a:srgbClr val="C7D5EC"/>
                </a:solidFill>
                <a:latin typeface="DejaVu Sans"/>
                <a:ea typeface="DejaVu Sans"/>
                <a:cs typeface="DejaVu Sans"/>
              </a:defRPr>
            </a:lvl7pPr>
            <a:lvl8pPr>
              <a:defRPr sz="1725" b="0">
                <a:solidFill>
                  <a:srgbClr val="C7D5EC"/>
                </a:solidFill>
                <a:latin typeface="DejaVu Sans"/>
                <a:ea typeface="DejaVu Sans"/>
                <a:cs typeface="DejaVu Sans"/>
              </a:defRPr>
            </a:lvl8pPr>
            <a:lvl9pPr>
              <a:defRPr sz="1725" b="0">
                <a:solidFill>
                  <a:srgbClr val="C7D5EC"/>
                </a:solidFill>
                <a:latin typeface="DejaVu Sans"/>
                <a:ea typeface="DejaVu Sans"/>
                <a:cs typeface="DejaVu Sans"/>
              </a:defRPr>
            </a:lvl9pPr>
          </a:lstStyle>
          <a:p xmlns:a="http://schemas.openxmlformats.org/drawingml/2006/main">
            <a:pPr>
              <a:defRPr sz="1725" b="0">
                <a:solidFill>
                  <a:srgbClr val="C7D5EC"/>
                </a:solidFill>
                <a:latin typeface="DejaVu Sans"/>
                <a:ea typeface="DejaVu Sans"/>
                <a:cs typeface="DejaVu Sans"/>
              </a:defRPr>
            </a:pPr>
            <a:r>
              <a:rPr sz="1725" b="0">
                <a:solidFill>
                  <a:srgbClr val="C7D5EC"/>
                </a:solidFill>
                <a:latin typeface="DejaVu Sans"/>
                <a:ea typeface="DejaVu Sans"/>
                <a:cs typeface="DejaVu Sans"/>
              </a:rPr>
              <a:t>Content storage</a:t>
            </a:r>
          </a:p>
        </p:txBody>
      </p:sp>
    </p:spTree>
    <p:extLst>
      <p:ext uri="{BB962C8B-B14F-4D97-AF65-F5344CB8AC3E}">
        <p14:creationId xmlns:p14="http://schemas.microsoft.com/office/powerpoint/2010/main" val="1474989166"/>
      </p:ext>
    </p:extLst>
  </p:cSld>
</p:sld>
</file>

<file path=ppt/slides/slide7.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F53F15-341B-453B-AFDF-0EB00F81D0C4}"/>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244B96"/>
                </a:solidFill>
                <a:latin typeface="DejaVu Sans"/>
                <a:ea typeface="DejaVu Sans"/>
                <a:cs typeface="DejaVu Sans"/>
              </a:defRPr>
            </a:defPPr>
            <a:lvl1pPr>
              <a:defRPr sz="975" b="1">
                <a:solidFill>
                  <a:srgbClr val="244B96"/>
                </a:solidFill>
                <a:latin typeface="DejaVu Sans"/>
                <a:ea typeface="DejaVu Sans"/>
                <a:cs typeface="DejaVu Sans"/>
              </a:defRPr>
            </a:lvl1pPr>
            <a:lvl2pPr>
              <a:defRPr sz="975" b="1">
                <a:solidFill>
                  <a:srgbClr val="244B96"/>
                </a:solidFill>
                <a:latin typeface="DejaVu Sans"/>
                <a:ea typeface="DejaVu Sans"/>
                <a:cs typeface="DejaVu Sans"/>
              </a:defRPr>
            </a:lvl2pPr>
            <a:lvl3pPr>
              <a:defRPr sz="975" b="1">
                <a:solidFill>
                  <a:srgbClr val="244B96"/>
                </a:solidFill>
                <a:latin typeface="DejaVu Sans"/>
                <a:ea typeface="DejaVu Sans"/>
                <a:cs typeface="DejaVu Sans"/>
              </a:defRPr>
            </a:lvl3pPr>
            <a:lvl4pPr>
              <a:defRPr sz="975" b="1">
                <a:solidFill>
                  <a:srgbClr val="244B96"/>
                </a:solidFill>
                <a:latin typeface="DejaVu Sans"/>
                <a:ea typeface="DejaVu Sans"/>
                <a:cs typeface="DejaVu Sans"/>
              </a:defRPr>
            </a:lvl4pPr>
            <a:lvl5pPr>
              <a:defRPr sz="975" b="1">
                <a:solidFill>
                  <a:srgbClr val="244B96"/>
                </a:solidFill>
                <a:latin typeface="DejaVu Sans"/>
                <a:ea typeface="DejaVu Sans"/>
                <a:cs typeface="DejaVu Sans"/>
              </a:defRPr>
            </a:lvl5pPr>
            <a:lvl6pPr>
              <a:defRPr sz="975" b="1">
                <a:solidFill>
                  <a:srgbClr val="244B96"/>
                </a:solidFill>
                <a:latin typeface="DejaVu Sans"/>
                <a:ea typeface="DejaVu Sans"/>
                <a:cs typeface="DejaVu Sans"/>
              </a:defRPr>
            </a:lvl6pPr>
            <a:lvl7pPr>
              <a:defRPr sz="975" b="1">
                <a:solidFill>
                  <a:srgbClr val="244B96"/>
                </a:solidFill>
                <a:latin typeface="DejaVu Sans"/>
                <a:ea typeface="DejaVu Sans"/>
                <a:cs typeface="DejaVu Sans"/>
              </a:defRPr>
            </a:lvl7pPr>
            <a:lvl8pPr>
              <a:defRPr sz="975" b="1">
                <a:solidFill>
                  <a:srgbClr val="244B96"/>
                </a:solidFill>
                <a:latin typeface="DejaVu Sans"/>
                <a:ea typeface="DejaVu Sans"/>
                <a:cs typeface="DejaVu Sans"/>
              </a:defRPr>
            </a:lvl8pPr>
            <a:lvl9pPr>
              <a:defRPr sz="975" b="1">
                <a:solidFill>
                  <a:srgbClr val="244B96"/>
                </a:solidFill>
                <a:latin typeface="DejaVu Sans"/>
                <a:ea typeface="DejaVu Sans"/>
                <a:cs typeface="DejaVu Sans"/>
              </a:defRPr>
            </a:lvl9pPr>
          </a:lstStyle>
          <a:p xmlns:a="http://schemas.openxmlformats.org/drawingml/2006/main">
            <a:pPr>
              <a:defRPr sz="975" b="1">
                <a:solidFill>
                  <a:srgbClr val="244B96"/>
                </a:solidFill>
                <a:latin typeface="DejaVu Sans"/>
                <a:ea typeface="DejaVu Sans"/>
                <a:cs typeface="DejaVu Sans"/>
              </a:defRPr>
            </a:pPr>
            <a:r>
              <a:rPr sz="975" b="1">
                <a:solidFill>
                  <a:srgbClr val="244B96"/>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59F3E011-0C9E-4913-B1D0-08E5E96E21C5}"/>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42B58"/>
                </a:solidFill>
                <a:latin typeface="DejaVu Sans"/>
                <a:ea typeface="DejaVu Sans"/>
                <a:cs typeface="DejaVu Sans"/>
              </a:defRPr>
            </a:defPPr>
            <a:lvl1pPr>
              <a:defRPr sz="3450" b="1">
                <a:solidFill>
                  <a:srgbClr val="142B58"/>
                </a:solidFill>
                <a:latin typeface="DejaVu Sans"/>
                <a:ea typeface="DejaVu Sans"/>
                <a:cs typeface="DejaVu Sans"/>
              </a:defRPr>
            </a:lvl1pPr>
            <a:lvl2pPr>
              <a:defRPr sz="3450" b="1">
                <a:solidFill>
                  <a:srgbClr val="142B58"/>
                </a:solidFill>
                <a:latin typeface="DejaVu Sans"/>
                <a:ea typeface="DejaVu Sans"/>
                <a:cs typeface="DejaVu Sans"/>
              </a:defRPr>
            </a:lvl2pPr>
            <a:lvl3pPr>
              <a:defRPr sz="3450" b="1">
                <a:solidFill>
                  <a:srgbClr val="142B58"/>
                </a:solidFill>
                <a:latin typeface="DejaVu Sans"/>
                <a:ea typeface="DejaVu Sans"/>
                <a:cs typeface="DejaVu Sans"/>
              </a:defRPr>
            </a:lvl3pPr>
            <a:lvl4pPr>
              <a:defRPr sz="3450" b="1">
                <a:solidFill>
                  <a:srgbClr val="142B58"/>
                </a:solidFill>
                <a:latin typeface="DejaVu Sans"/>
                <a:ea typeface="DejaVu Sans"/>
                <a:cs typeface="DejaVu Sans"/>
              </a:defRPr>
            </a:lvl4pPr>
            <a:lvl5pPr>
              <a:defRPr sz="3450" b="1">
                <a:solidFill>
                  <a:srgbClr val="142B58"/>
                </a:solidFill>
                <a:latin typeface="DejaVu Sans"/>
                <a:ea typeface="DejaVu Sans"/>
                <a:cs typeface="DejaVu Sans"/>
              </a:defRPr>
            </a:lvl5pPr>
            <a:lvl6pPr>
              <a:defRPr sz="3450" b="1">
                <a:solidFill>
                  <a:srgbClr val="142B58"/>
                </a:solidFill>
                <a:latin typeface="DejaVu Sans"/>
                <a:ea typeface="DejaVu Sans"/>
                <a:cs typeface="DejaVu Sans"/>
              </a:defRPr>
            </a:lvl6pPr>
            <a:lvl7pPr>
              <a:defRPr sz="3450" b="1">
                <a:solidFill>
                  <a:srgbClr val="142B58"/>
                </a:solidFill>
                <a:latin typeface="DejaVu Sans"/>
                <a:ea typeface="DejaVu Sans"/>
                <a:cs typeface="DejaVu Sans"/>
              </a:defRPr>
            </a:lvl7pPr>
            <a:lvl8pPr>
              <a:defRPr sz="3450" b="1">
                <a:solidFill>
                  <a:srgbClr val="142B58"/>
                </a:solidFill>
                <a:latin typeface="DejaVu Sans"/>
                <a:ea typeface="DejaVu Sans"/>
                <a:cs typeface="DejaVu Sans"/>
              </a:defRPr>
            </a:lvl8pPr>
            <a:lvl9pPr>
              <a:defRPr sz="3450" b="1">
                <a:solidFill>
                  <a:srgbClr val="142B58"/>
                </a:solidFill>
                <a:latin typeface="DejaVu Sans"/>
                <a:ea typeface="DejaVu Sans"/>
                <a:cs typeface="DejaVu Sans"/>
              </a:defRPr>
            </a:lvl9pPr>
          </a:lstStyle>
          <a:p xmlns:a="http://schemas.openxmlformats.org/drawingml/2006/main">
            <a:pPr>
              <a:defRPr sz="3450" b="1">
                <a:solidFill>
                  <a:srgbClr val="142B58"/>
                </a:solidFill>
                <a:latin typeface="DejaVu Sans"/>
                <a:ea typeface="DejaVu Sans"/>
                <a:cs typeface="DejaVu Sans"/>
              </a:defRPr>
            </a:pPr>
            <a:r>
              <a:rPr sz="3450" b="1">
                <a:solidFill>
                  <a:srgbClr val="142B58"/>
                </a:solidFill>
                <a:latin typeface="DejaVu Sans"/>
                <a:ea typeface="DejaVu Sans"/>
                <a:cs typeface="DejaVu Sans"/>
              </a:rPr>
              <a:t>Homepage Design</a:t>
            </a:r>
          </a:p>
        </p:txBody>
      </p:sp>
      <p:sp>
        <p:nvSpPr>
          <p:cNvPr id="3" name="">
            <a:extLst xmlns:a="http://schemas.openxmlformats.org/drawingml/2006/main">
              <a:ext uri="{FF2B5EF4-FFF2-40B4-BE49-F238E27FC236}">
                <a16:creationId xmlns:a16="http://schemas.microsoft.com/office/drawing/2014/main" id="{7D756EA8-5F9B-4C45-9BAA-F4C12A09D8EB}"/>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F6E85"/>
                </a:solidFill>
                <a:latin typeface="DejaVu Sans"/>
                <a:ea typeface="DejaVu Sans"/>
                <a:cs typeface="DejaVu Sans"/>
              </a:defRPr>
            </a:defPPr>
            <a:lvl1pPr>
              <a:defRPr sz="975" b="0">
                <a:solidFill>
                  <a:srgbClr val="5F6E85"/>
                </a:solidFill>
                <a:latin typeface="DejaVu Sans"/>
                <a:ea typeface="DejaVu Sans"/>
                <a:cs typeface="DejaVu Sans"/>
              </a:defRPr>
            </a:lvl1pPr>
            <a:lvl2pPr>
              <a:defRPr sz="975" b="0">
                <a:solidFill>
                  <a:srgbClr val="5F6E85"/>
                </a:solidFill>
                <a:latin typeface="DejaVu Sans"/>
                <a:ea typeface="DejaVu Sans"/>
                <a:cs typeface="DejaVu Sans"/>
              </a:defRPr>
            </a:lvl2pPr>
            <a:lvl3pPr>
              <a:defRPr sz="975" b="0">
                <a:solidFill>
                  <a:srgbClr val="5F6E85"/>
                </a:solidFill>
                <a:latin typeface="DejaVu Sans"/>
                <a:ea typeface="DejaVu Sans"/>
                <a:cs typeface="DejaVu Sans"/>
              </a:defRPr>
            </a:lvl3pPr>
            <a:lvl4pPr>
              <a:defRPr sz="975" b="0">
                <a:solidFill>
                  <a:srgbClr val="5F6E85"/>
                </a:solidFill>
                <a:latin typeface="DejaVu Sans"/>
                <a:ea typeface="DejaVu Sans"/>
                <a:cs typeface="DejaVu Sans"/>
              </a:defRPr>
            </a:lvl4pPr>
            <a:lvl5pPr>
              <a:defRPr sz="975" b="0">
                <a:solidFill>
                  <a:srgbClr val="5F6E85"/>
                </a:solidFill>
                <a:latin typeface="DejaVu Sans"/>
                <a:ea typeface="DejaVu Sans"/>
                <a:cs typeface="DejaVu Sans"/>
              </a:defRPr>
            </a:lvl5pPr>
            <a:lvl6pPr>
              <a:defRPr sz="975" b="0">
                <a:solidFill>
                  <a:srgbClr val="5F6E85"/>
                </a:solidFill>
                <a:latin typeface="DejaVu Sans"/>
                <a:ea typeface="DejaVu Sans"/>
                <a:cs typeface="DejaVu Sans"/>
              </a:defRPr>
            </a:lvl6pPr>
            <a:lvl7pPr>
              <a:defRPr sz="975" b="0">
                <a:solidFill>
                  <a:srgbClr val="5F6E85"/>
                </a:solidFill>
                <a:latin typeface="DejaVu Sans"/>
                <a:ea typeface="DejaVu Sans"/>
                <a:cs typeface="DejaVu Sans"/>
              </a:defRPr>
            </a:lvl7pPr>
            <a:lvl8pPr>
              <a:defRPr sz="975" b="0">
                <a:solidFill>
                  <a:srgbClr val="5F6E85"/>
                </a:solidFill>
                <a:latin typeface="DejaVu Sans"/>
                <a:ea typeface="DejaVu Sans"/>
                <a:cs typeface="DejaVu Sans"/>
              </a:defRPr>
            </a:lvl8pPr>
            <a:lvl9pPr>
              <a:defRPr sz="975" b="0">
                <a:solidFill>
                  <a:srgbClr val="5F6E85"/>
                </a:solidFill>
                <a:latin typeface="DejaVu Sans"/>
                <a:ea typeface="DejaVu Sans"/>
                <a:cs typeface="DejaVu Sans"/>
              </a:defRPr>
            </a:lvl9pPr>
          </a:lstStyle>
          <a:p xmlns:a="http://schemas.openxmlformats.org/drawingml/2006/main">
            <a:pPr>
              <a:defRPr sz="975" b="0">
                <a:solidFill>
                  <a:srgbClr val="5F6E85"/>
                </a:solidFill>
                <a:latin typeface="DejaVu Sans"/>
                <a:ea typeface="DejaVu Sans"/>
                <a:cs typeface="DejaVu Sans"/>
              </a:defRPr>
            </a:pPr>
            <a:r>
              <a:rPr sz="975" b="0">
                <a:solidFill>
                  <a:srgbClr val="5F6E85"/>
                </a:solidFill>
                <a:latin typeface="DejaVu Sans"/>
                <a:ea typeface="DejaVu Sans"/>
                <a:cs typeface="DejaVu Sans"/>
              </a:rPr>
              <a:t>07 / 11</a:t>
            </a:r>
          </a:p>
        </p:txBody>
      </p:sp>
      <p:pic>
        <p:nvPicPr>
          <p:cNvPr id="4" name="">
            <a:extLst xmlns:a="http://schemas.openxmlformats.org/drawingml/2006/main">
              <a:ext uri="{FF2B5EF4-FFF2-40B4-BE49-F238E27FC236}">
                <a16:creationId xmlns:a16="http://schemas.microsoft.com/office/drawing/2014/main" id="{EFB049F9-248A-4805-9DEA-00DCD89044B0}"/>
              </a:ext>
            </a:extLst>
          </p:cNvPr>
          <p:cNvPicPr>
            <a:picLocks xmlns:a="http://schemas.openxmlformats.org/drawingml/2006/main" noChangeAspect="1"/>
          </p:cNvPicPr>
          <p:nvPr/>
        </p:nvPicPr>
        <p:blipFill>
          <a:blip xmlns:r="http://schemas.openxmlformats.org/officeDocument/2006/relationships" xmlns:a="http://schemas.openxmlformats.org/drawingml/2006/main" r:embed="R9a205c0e17a747c7"/>
          <a:stretch xmlns:a="http://schemas.openxmlformats.org/drawingml/2006/main"/>
        </p:blipFill>
        <p:spPr>
          <a:xfrm xmlns:a="http://schemas.openxmlformats.org/drawingml/2006/main">
            <a:off x="1323340" y="1905000"/>
            <a:ext cx="9545320" cy="4191000"/>
          </a:xfrm>
          <a:prstGeom xmlns:a="http://schemas.openxmlformats.org/drawingml/2006/main" prst="roundRect">
            <a:avLst>
              <a:gd name="adj" fmla="val 1818"/>
            </a:avLst>
          </a:prstGeom>
        </p:spPr>
      </p:pic>
      <p:sp>
        <p:nvSpPr>
          <p:cNvPr id="5" name="">
            <a:extLst xmlns:a="http://schemas.openxmlformats.org/drawingml/2006/main">
              <a:ext uri="{FF2B5EF4-FFF2-40B4-BE49-F238E27FC236}">
                <a16:creationId xmlns:a16="http://schemas.microsoft.com/office/drawing/2014/main" id="{16E20AB6-A0ED-47D5-8372-9AFD4717CB5C}"/>
              </a:ext>
            </a:extLst>
          </p:cNvPr>
          <p:cNvSpPr>
            <a:spLocks xmlns:a="http://schemas.openxmlformats.org/drawingml/2006/main" noGrp="1"/>
          </p:cNvSpPr>
          <p:nvPr/>
        </p:nvSpPr>
        <p:spPr>
          <a:xfrm xmlns:a="http://schemas.openxmlformats.org/drawingml/2006/main">
            <a:off x="666750" y="6115050"/>
            <a:ext cx="1000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F6E85"/>
                </a:solidFill>
                <a:latin typeface="DejaVu Sans"/>
                <a:ea typeface="DejaVu Sans"/>
                <a:cs typeface="DejaVu Sans"/>
              </a:defRPr>
            </a:defPPr>
            <a:lvl1pPr>
              <a:defRPr sz="1500" b="0">
                <a:solidFill>
                  <a:srgbClr val="5F6E85"/>
                </a:solidFill>
                <a:latin typeface="DejaVu Sans"/>
                <a:ea typeface="DejaVu Sans"/>
                <a:cs typeface="DejaVu Sans"/>
              </a:defRPr>
            </a:lvl1pPr>
            <a:lvl2pPr>
              <a:defRPr sz="1500" b="0">
                <a:solidFill>
                  <a:srgbClr val="5F6E85"/>
                </a:solidFill>
                <a:latin typeface="DejaVu Sans"/>
                <a:ea typeface="DejaVu Sans"/>
                <a:cs typeface="DejaVu Sans"/>
              </a:defRPr>
            </a:lvl2pPr>
            <a:lvl3pPr>
              <a:defRPr sz="1500" b="0">
                <a:solidFill>
                  <a:srgbClr val="5F6E85"/>
                </a:solidFill>
                <a:latin typeface="DejaVu Sans"/>
                <a:ea typeface="DejaVu Sans"/>
                <a:cs typeface="DejaVu Sans"/>
              </a:defRPr>
            </a:lvl3pPr>
            <a:lvl4pPr>
              <a:defRPr sz="1500" b="0">
                <a:solidFill>
                  <a:srgbClr val="5F6E85"/>
                </a:solidFill>
                <a:latin typeface="DejaVu Sans"/>
                <a:ea typeface="DejaVu Sans"/>
                <a:cs typeface="DejaVu Sans"/>
              </a:defRPr>
            </a:lvl4pPr>
            <a:lvl5pPr>
              <a:defRPr sz="1500" b="0">
                <a:solidFill>
                  <a:srgbClr val="5F6E85"/>
                </a:solidFill>
                <a:latin typeface="DejaVu Sans"/>
                <a:ea typeface="DejaVu Sans"/>
                <a:cs typeface="DejaVu Sans"/>
              </a:defRPr>
            </a:lvl5pPr>
            <a:lvl6pPr>
              <a:defRPr sz="1500" b="0">
                <a:solidFill>
                  <a:srgbClr val="5F6E85"/>
                </a:solidFill>
                <a:latin typeface="DejaVu Sans"/>
                <a:ea typeface="DejaVu Sans"/>
                <a:cs typeface="DejaVu Sans"/>
              </a:defRPr>
            </a:lvl6pPr>
            <a:lvl7pPr>
              <a:defRPr sz="1500" b="0">
                <a:solidFill>
                  <a:srgbClr val="5F6E85"/>
                </a:solidFill>
                <a:latin typeface="DejaVu Sans"/>
                <a:ea typeface="DejaVu Sans"/>
                <a:cs typeface="DejaVu Sans"/>
              </a:defRPr>
            </a:lvl7pPr>
            <a:lvl8pPr>
              <a:defRPr sz="1500" b="0">
                <a:solidFill>
                  <a:srgbClr val="5F6E85"/>
                </a:solidFill>
                <a:latin typeface="DejaVu Sans"/>
                <a:ea typeface="DejaVu Sans"/>
                <a:cs typeface="DejaVu Sans"/>
              </a:defRPr>
            </a:lvl8pPr>
            <a:lvl9pPr>
              <a:defRPr sz="1500" b="0">
                <a:solidFill>
                  <a:srgbClr val="5F6E85"/>
                </a:solidFill>
                <a:latin typeface="DejaVu Sans"/>
                <a:ea typeface="DejaVu Sans"/>
                <a:cs typeface="DejaVu Sans"/>
              </a:defRPr>
            </a:lvl9pPr>
          </a:lstStyle>
          <a:p xmlns:a="http://schemas.openxmlformats.org/drawingml/2006/main">
            <a:pPr>
              <a:defRPr sz="1500" b="0">
                <a:solidFill>
                  <a:srgbClr val="5F6E85"/>
                </a:solidFill>
                <a:latin typeface="DejaVu Sans"/>
                <a:ea typeface="DejaVu Sans"/>
                <a:cs typeface="DejaVu Sans"/>
              </a:defRPr>
            </a:pPr>
            <a:r>
              <a:rPr sz="1500" b="0">
                <a:solidFill>
                  <a:srgbClr val="5F6E85"/>
                </a:solidFill>
                <a:latin typeface="DejaVu Sans"/>
                <a:ea typeface="DejaVu Sans"/>
                <a:cs typeface="DejaVu Sans"/>
              </a:rPr>
              <a:t>University branding, section navigation and quick links</a:t>
            </a:r>
          </a:p>
        </p:txBody>
      </p:sp>
    </p:spTree>
    <p:extLst>
      <p:ext uri="{BB962C8B-B14F-4D97-AF65-F5344CB8AC3E}">
        <p14:creationId xmlns:p14="http://schemas.microsoft.com/office/powerpoint/2010/main" val="1236547278"/>
      </p:ext>
    </p:extLst>
  </p:cSld>
</p:sld>
</file>

<file path=ppt/slides/slide8.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ED8CCF-5981-4551-8964-4470943D69C4}"/>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244B96"/>
                </a:solidFill>
                <a:latin typeface="DejaVu Sans"/>
                <a:ea typeface="DejaVu Sans"/>
                <a:cs typeface="DejaVu Sans"/>
              </a:defRPr>
            </a:defPPr>
            <a:lvl1pPr>
              <a:defRPr sz="975" b="1">
                <a:solidFill>
                  <a:srgbClr val="244B96"/>
                </a:solidFill>
                <a:latin typeface="DejaVu Sans"/>
                <a:ea typeface="DejaVu Sans"/>
                <a:cs typeface="DejaVu Sans"/>
              </a:defRPr>
            </a:lvl1pPr>
            <a:lvl2pPr>
              <a:defRPr sz="975" b="1">
                <a:solidFill>
                  <a:srgbClr val="244B96"/>
                </a:solidFill>
                <a:latin typeface="DejaVu Sans"/>
                <a:ea typeface="DejaVu Sans"/>
                <a:cs typeface="DejaVu Sans"/>
              </a:defRPr>
            </a:lvl2pPr>
            <a:lvl3pPr>
              <a:defRPr sz="975" b="1">
                <a:solidFill>
                  <a:srgbClr val="244B96"/>
                </a:solidFill>
                <a:latin typeface="DejaVu Sans"/>
                <a:ea typeface="DejaVu Sans"/>
                <a:cs typeface="DejaVu Sans"/>
              </a:defRPr>
            </a:lvl3pPr>
            <a:lvl4pPr>
              <a:defRPr sz="975" b="1">
                <a:solidFill>
                  <a:srgbClr val="244B96"/>
                </a:solidFill>
                <a:latin typeface="DejaVu Sans"/>
                <a:ea typeface="DejaVu Sans"/>
                <a:cs typeface="DejaVu Sans"/>
              </a:defRPr>
            </a:lvl4pPr>
            <a:lvl5pPr>
              <a:defRPr sz="975" b="1">
                <a:solidFill>
                  <a:srgbClr val="244B96"/>
                </a:solidFill>
                <a:latin typeface="DejaVu Sans"/>
                <a:ea typeface="DejaVu Sans"/>
                <a:cs typeface="DejaVu Sans"/>
              </a:defRPr>
            </a:lvl5pPr>
            <a:lvl6pPr>
              <a:defRPr sz="975" b="1">
                <a:solidFill>
                  <a:srgbClr val="244B96"/>
                </a:solidFill>
                <a:latin typeface="DejaVu Sans"/>
                <a:ea typeface="DejaVu Sans"/>
                <a:cs typeface="DejaVu Sans"/>
              </a:defRPr>
            </a:lvl6pPr>
            <a:lvl7pPr>
              <a:defRPr sz="975" b="1">
                <a:solidFill>
                  <a:srgbClr val="244B96"/>
                </a:solidFill>
                <a:latin typeface="DejaVu Sans"/>
                <a:ea typeface="DejaVu Sans"/>
                <a:cs typeface="DejaVu Sans"/>
              </a:defRPr>
            </a:lvl7pPr>
            <a:lvl8pPr>
              <a:defRPr sz="975" b="1">
                <a:solidFill>
                  <a:srgbClr val="244B96"/>
                </a:solidFill>
                <a:latin typeface="DejaVu Sans"/>
                <a:ea typeface="DejaVu Sans"/>
                <a:cs typeface="DejaVu Sans"/>
              </a:defRPr>
            </a:lvl8pPr>
            <a:lvl9pPr>
              <a:defRPr sz="975" b="1">
                <a:solidFill>
                  <a:srgbClr val="244B96"/>
                </a:solidFill>
                <a:latin typeface="DejaVu Sans"/>
                <a:ea typeface="DejaVu Sans"/>
                <a:cs typeface="DejaVu Sans"/>
              </a:defRPr>
            </a:lvl9pPr>
          </a:lstStyle>
          <a:p xmlns:a="http://schemas.openxmlformats.org/drawingml/2006/main">
            <a:pPr>
              <a:defRPr sz="975" b="1">
                <a:solidFill>
                  <a:srgbClr val="244B96"/>
                </a:solidFill>
                <a:latin typeface="DejaVu Sans"/>
                <a:ea typeface="DejaVu Sans"/>
                <a:cs typeface="DejaVu Sans"/>
              </a:defRPr>
            </a:pPr>
            <a:r>
              <a:rPr sz="975" b="1">
                <a:solidFill>
                  <a:srgbClr val="244B96"/>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E3A96F36-3E57-4D33-9000-8CE442078EC0}"/>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42B58"/>
                </a:solidFill>
                <a:latin typeface="DejaVu Sans"/>
                <a:ea typeface="DejaVu Sans"/>
                <a:cs typeface="DejaVu Sans"/>
              </a:defRPr>
            </a:defPPr>
            <a:lvl1pPr>
              <a:defRPr sz="3450" b="1">
                <a:solidFill>
                  <a:srgbClr val="142B58"/>
                </a:solidFill>
                <a:latin typeface="DejaVu Sans"/>
                <a:ea typeface="DejaVu Sans"/>
                <a:cs typeface="DejaVu Sans"/>
              </a:defRPr>
            </a:lvl1pPr>
            <a:lvl2pPr>
              <a:defRPr sz="3450" b="1">
                <a:solidFill>
                  <a:srgbClr val="142B58"/>
                </a:solidFill>
                <a:latin typeface="DejaVu Sans"/>
                <a:ea typeface="DejaVu Sans"/>
                <a:cs typeface="DejaVu Sans"/>
              </a:defRPr>
            </a:lvl2pPr>
            <a:lvl3pPr>
              <a:defRPr sz="3450" b="1">
                <a:solidFill>
                  <a:srgbClr val="142B58"/>
                </a:solidFill>
                <a:latin typeface="DejaVu Sans"/>
                <a:ea typeface="DejaVu Sans"/>
                <a:cs typeface="DejaVu Sans"/>
              </a:defRPr>
            </a:lvl3pPr>
            <a:lvl4pPr>
              <a:defRPr sz="3450" b="1">
                <a:solidFill>
                  <a:srgbClr val="142B58"/>
                </a:solidFill>
                <a:latin typeface="DejaVu Sans"/>
                <a:ea typeface="DejaVu Sans"/>
                <a:cs typeface="DejaVu Sans"/>
              </a:defRPr>
            </a:lvl4pPr>
            <a:lvl5pPr>
              <a:defRPr sz="3450" b="1">
                <a:solidFill>
                  <a:srgbClr val="142B58"/>
                </a:solidFill>
                <a:latin typeface="DejaVu Sans"/>
                <a:ea typeface="DejaVu Sans"/>
                <a:cs typeface="DejaVu Sans"/>
              </a:defRPr>
            </a:lvl5pPr>
            <a:lvl6pPr>
              <a:defRPr sz="3450" b="1">
                <a:solidFill>
                  <a:srgbClr val="142B58"/>
                </a:solidFill>
                <a:latin typeface="DejaVu Sans"/>
                <a:ea typeface="DejaVu Sans"/>
                <a:cs typeface="DejaVu Sans"/>
              </a:defRPr>
            </a:lvl6pPr>
            <a:lvl7pPr>
              <a:defRPr sz="3450" b="1">
                <a:solidFill>
                  <a:srgbClr val="142B58"/>
                </a:solidFill>
                <a:latin typeface="DejaVu Sans"/>
                <a:ea typeface="DejaVu Sans"/>
                <a:cs typeface="DejaVu Sans"/>
              </a:defRPr>
            </a:lvl7pPr>
            <a:lvl8pPr>
              <a:defRPr sz="3450" b="1">
                <a:solidFill>
                  <a:srgbClr val="142B58"/>
                </a:solidFill>
                <a:latin typeface="DejaVu Sans"/>
                <a:ea typeface="DejaVu Sans"/>
                <a:cs typeface="DejaVu Sans"/>
              </a:defRPr>
            </a:lvl8pPr>
            <a:lvl9pPr>
              <a:defRPr sz="3450" b="1">
                <a:solidFill>
                  <a:srgbClr val="142B58"/>
                </a:solidFill>
                <a:latin typeface="DejaVu Sans"/>
                <a:ea typeface="DejaVu Sans"/>
                <a:cs typeface="DejaVu Sans"/>
              </a:defRPr>
            </a:lvl9pPr>
          </a:lstStyle>
          <a:p xmlns:a="http://schemas.openxmlformats.org/drawingml/2006/main">
            <a:pPr>
              <a:defRPr sz="3450" b="1">
                <a:solidFill>
                  <a:srgbClr val="142B58"/>
                </a:solidFill>
                <a:latin typeface="DejaVu Sans"/>
                <a:ea typeface="DejaVu Sans"/>
                <a:cs typeface="DejaVu Sans"/>
              </a:defRPr>
            </a:pPr>
            <a:r>
              <a:rPr sz="3450" b="1">
                <a:solidFill>
                  <a:srgbClr val="142B58"/>
                </a:solidFill>
                <a:latin typeface="DejaVu Sans"/>
                <a:ea typeface="DejaVu Sans"/>
                <a:cs typeface="DejaVu Sans"/>
              </a:rPr>
              <a:t>Academic Programmes</a:t>
            </a:r>
          </a:p>
        </p:txBody>
      </p:sp>
      <p:sp>
        <p:nvSpPr>
          <p:cNvPr id="3" name="">
            <a:extLst xmlns:a="http://schemas.openxmlformats.org/drawingml/2006/main">
              <a:ext uri="{FF2B5EF4-FFF2-40B4-BE49-F238E27FC236}">
                <a16:creationId xmlns:a16="http://schemas.microsoft.com/office/drawing/2014/main" id="{9DD71B16-6926-4C57-ADD9-F188ED127132}"/>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F6E85"/>
                </a:solidFill>
                <a:latin typeface="DejaVu Sans"/>
                <a:ea typeface="DejaVu Sans"/>
                <a:cs typeface="DejaVu Sans"/>
              </a:defRPr>
            </a:defPPr>
            <a:lvl1pPr>
              <a:defRPr sz="975" b="0">
                <a:solidFill>
                  <a:srgbClr val="5F6E85"/>
                </a:solidFill>
                <a:latin typeface="DejaVu Sans"/>
                <a:ea typeface="DejaVu Sans"/>
                <a:cs typeface="DejaVu Sans"/>
              </a:defRPr>
            </a:lvl1pPr>
            <a:lvl2pPr>
              <a:defRPr sz="975" b="0">
                <a:solidFill>
                  <a:srgbClr val="5F6E85"/>
                </a:solidFill>
                <a:latin typeface="DejaVu Sans"/>
                <a:ea typeface="DejaVu Sans"/>
                <a:cs typeface="DejaVu Sans"/>
              </a:defRPr>
            </a:lvl2pPr>
            <a:lvl3pPr>
              <a:defRPr sz="975" b="0">
                <a:solidFill>
                  <a:srgbClr val="5F6E85"/>
                </a:solidFill>
                <a:latin typeface="DejaVu Sans"/>
                <a:ea typeface="DejaVu Sans"/>
                <a:cs typeface="DejaVu Sans"/>
              </a:defRPr>
            </a:lvl3pPr>
            <a:lvl4pPr>
              <a:defRPr sz="975" b="0">
                <a:solidFill>
                  <a:srgbClr val="5F6E85"/>
                </a:solidFill>
                <a:latin typeface="DejaVu Sans"/>
                <a:ea typeface="DejaVu Sans"/>
                <a:cs typeface="DejaVu Sans"/>
              </a:defRPr>
            </a:lvl4pPr>
            <a:lvl5pPr>
              <a:defRPr sz="975" b="0">
                <a:solidFill>
                  <a:srgbClr val="5F6E85"/>
                </a:solidFill>
                <a:latin typeface="DejaVu Sans"/>
                <a:ea typeface="DejaVu Sans"/>
                <a:cs typeface="DejaVu Sans"/>
              </a:defRPr>
            </a:lvl5pPr>
            <a:lvl6pPr>
              <a:defRPr sz="975" b="0">
                <a:solidFill>
                  <a:srgbClr val="5F6E85"/>
                </a:solidFill>
                <a:latin typeface="DejaVu Sans"/>
                <a:ea typeface="DejaVu Sans"/>
                <a:cs typeface="DejaVu Sans"/>
              </a:defRPr>
            </a:lvl6pPr>
            <a:lvl7pPr>
              <a:defRPr sz="975" b="0">
                <a:solidFill>
                  <a:srgbClr val="5F6E85"/>
                </a:solidFill>
                <a:latin typeface="DejaVu Sans"/>
                <a:ea typeface="DejaVu Sans"/>
                <a:cs typeface="DejaVu Sans"/>
              </a:defRPr>
            </a:lvl7pPr>
            <a:lvl8pPr>
              <a:defRPr sz="975" b="0">
                <a:solidFill>
                  <a:srgbClr val="5F6E85"/>
                </a:solidFill>
                <a:latin typeface="DejaVu Sans"/>
                <a:ea typeface="DejaVu Sans"/>
                <a:cs typeface="DejaVu Sans"/>
              </a:defRPr>
            </a:lvl8pPr>
            <a:lvl9pPr>
              <a:defRPr sz="975" b="0">
                <a:solidFill>
                  <a:srgbClr val="5F6E85"/>
                </a:solidFill>
                <a:latin typeface="DejaVu Sans"/>
                <a:ea typeface="DejaVu Sans"/>
                <a:cs typeface="DejaVu Sans"/>
              </a:defRPr>
            </a:lvl9pPr>
          </a:lstStyle>
          <a:p xmlns:a="http://schemas.openxmlformats.org/drawingml/2006/main">
            <a:pPr>
              <a:defRPr sz="975" b="0">
                <a:solidFill>
                  <a:srgbClr val="5F6E85"/>
                </a:solidFill>
                <a:latin typeface="DejaVu Sans"/>
                <a:ea typeface="DejaVu Sans"/>
                <a:cs typeface="DejaVu Sans"/>
              </a:defRPr>
            </a:pPr>
            <a:r>
              <a:rPr sz="975" b="0">
                <a:solidFill>
                  <a:srgbClr val="5F6E85"/>
                </a:solidFill>
                <a:latin typeface="DejaVu Sans"/>
                <a:ea typeface="DejaVu Sans"/>
                <a:cs typeface="DejaVu Sans"/>
              </a:rPr>
              <a:t>08 / 11</a:t>
            </a:r>
          </a:p>
        </p:txBody>
      </p:sp>
      <p:sp>
        <p:nvSpPr>
          <p:cNvPr id="4" name="">
            <a:extLst xmlns:a="http://schemas.openxmlformats.org/drawingml/2006/main">
              <a:ext uri="{FF2B5EF4-FFF2-40B4-BE49-F238E27FC236}">
                <a16:creationId xmlns:a16="http://schemas.microsoft.com/office/drawing/2014/main" id="{CE4221DC-3418-488B-BFE2-B9858BE1B7FE}"/>
              </a:ext>
            </a:extLst>
          </p:cNvPr>
          <p:cNvSpPr>
            <a:spLocks xmlns:a="http://schemas.openxmlformats.org/drawingml/2006/main" noGrp="1"/>
          </p:cNvSpPr>
          <p:nvPr/>
        </p:nvSpPr>
        <p:spPr>
          <a:xfrm xmlns:a="http://schemas.openxmlformats.org/drawingml/2006/main">
            <a:off x="666750" y="18288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F6E85"/>
                </a:solidFill>
                <a:latin typeface="DejaVu Sans"/>
                <a:ea typeface="DejaVu Sans"/>
                <a:cs typeface="DejaVu Sans"/>
              </a:defRPr>
            </a:defPPr>
            <a:lvl1pPr>
              <a:defRPr sz="1800" b="0">
                <a:solidFill>
                  <a:srgbClr val="5F6E85"/>
                </a:solidFill>
                <a:latin typeface="DejaVu Sans"/>
                <a:ea typeface="DejaVu Sans"/>
                <a:cs typeface="DejaVu Sans"/>
              </a:defRPr>
            </a:lvl1pPr>
            <a:lvl2pPr>
              <a:defRPr sz="1800" b="0">
                <a:solidFill>
                  <a:srgbClr val="5F6E85"/>
                </a:solidFill>
                <a:latin typeface="DejaVu Sans"/>
                <a:ea typeface="DejaVu Sans"/>
                <a:cs typeface="DejaVu Sans"/>
              </a:defRPr>
            </a:lvl2pPr>
            <a:lvl3pPr>
              <a:defRPr sz="1800" b="0">
                <a:solidFill>
                  <a:srgbClr val="5F6E85"/>
                </a:solidFill>
                <a:latin typeface="DejaVu Sans"/>
                <a:ea typeface="DejaVu Sans"/>
                <a:cs typeface="DejaVu Sans"/>
              </a:defRPr>
            </a:lvl3pPr>
            <a:lvl4pPr>
              <a:defRPr sz="1800" b="0">
                <a:solidFill>
                  <a:srgbClr val="5F6E85"/>
                </a:solidFill>
                <a:latin typeface="DejaVu Sans"/>
                <a:ea typeface="DejaVu Sans"/>
                <a:cs typeface="DejaVu Sans"/>
              </a:defRPr>
            </a:lvl4pPr>
            <a:lvl5pPr>
              <a:defRPr sz="1800" b="0">
                <a:solidFill>
                  <a:srgbClr val="5F6E85"/>
                </a:solidFill>
                <a:latin typeface="DejaVu Sans"/>
                <a:ea typeface="DejaVu Sans"/>
                <a:cs typeface="DejaVu Sans"/>
              </a:defRPr>
            </a:lvl5pPr>
            <a:lvl6pPr>
              <a:defRPr sz="1800" b="0">
                <a:solidFill>
                  <a:srgbClr val="5F6E85"/>
                </a:solidFill>
                <a:latin typeface="DejaVu Sans"/>
                <a:ea typeface="DejaVu Sans"/>
                <a:cs typeface="DejaVu Sans"/>
              </a:defRPr>
            </a:lvl6pPr>
            <a:lvl7pPr>
              <a:defRPr sz="1800" b="0">
                <a:solidFill>
                  <a:srgbClr val="5F6E85"/>
                </a:solidFill>
                <a:latin typeface="DejaVu Sans"/>
                <a:ea typeface="DejaVu Sans"/>
                <a:cs typeface="DejaVu Sans"/>
              </a:defRPr>
            </a:lvl7pPr>
            <a:lvl8pPr>
              <a:defRPr sz="1800" b="0">
                <a:solidFill>
                  <a:srgbClr val="5F6E85"/>
                </a:solidFill>
                <a:latin typeface="DejaVu Sans"/>
                <a:ea typeface="DejaVu Sans"/>
                <a:cs typeface="DejaVu Sans"/>
              </a:defRPr>
            </a:lvl8pPr>
            <a:lvl9pPr>
              <a:defRPr sz="1800" b="0">
                <a:solidFill>
                  <a:srgbClr val="5F6E85"/>
                </a:solidFill>
                <a:latin typeface="DejaVu Sans"/>
                <a:ea typeface="DejaVu Sans"/>
                <a:cs typeface="DejaVu Sans"/>
              </a:defRPr>
            </a:lvl9pPr>
          </a:lstStyle>
          <a:p xmlns:a="http://schemas.openxmlformats.org/drawingml/2006/main">
            <a:pPr>
              <a:defRPr sz="1800" b="0">
                <a:solidFill>
                  <a:srgbClr val="5F6E85"/>
                </a:solidFill>
                <a:latin typeface="DejaVu Sans"/>
                <a:ea typeface="DejaVu Sans"/>
                <a:cs typeface="DejaVu Sans"/>
              </a:defRPr>
            </a:pPr>
            <a:r>
              <a:rPr sz="1800" b="0">
                <a:solidFill>
                  <a:srgbClr val="5F6E85"/>
                </a:solidFill>
                <a:latin typeface="DejaVu Sans"/>
                <a:ea typeface="DejaVu Sans"/>
                <a:cs typeface="DejaVu Sans"/>
              </a:rPr>
              <a:t>Three study categories with links to official programme information</a:t>
            </a:r>
          </a:p>
        </p:txBody>
      </p:sp>
      <p:pic>
        <p:nvPicPr>
          <p:cNvPr id="5" name="">
            <a:extLst xmlns:a="http://schemas.openxmlformats.org/drawingml/2006/main">
              <a:ext uri="{FF2B5EF4-FFF2-40B4-BE49-F238E27FC236}">
                <a16:creationId xmlns:a16="http://schemas.microsoft.com/office/drawing/2014/main" id="{C97B77EE-226F-474C-BBC5-FF87EF249F4C}"/>
              </a:ext>
            </a:extLst>
          </p:cNvPr>
          <p:cNvPicPr>
            <a:picLocks xmlns:a="http://schemas.openxmlformats.org/drawingml/2006/main" noChangeAspect="1"/>
          </p:cNvPicPr>
          <p:nvPr/>
        </p:nvPicPr>
        <p:blipFill>
          <a:blip xmlns:r="http://schemas.openxmlformats.org/officeDocument/2006/relationships" xmlns:a="http://schemas.openxmlformats.org/drawingml/2006/main" r:embed="R754b380189c244a8"/>
          <a:stretch xmlns:a="http://schemas.openxmlformats.org/drawingml/2006/main"/>
        </p:blipFill>
        <p:spPr>
          <a:xfrm xmlns:a="http://schemas.openxmlformats.org/drawingml/2006/main">
            <a:off x="476250" y="2530451"/>
            <a:ext cx="11239500" cy="3511597"/>
          </a:xfrm>
          <a:prstGeom xmlns:a="http://schemas.openxmlformats.org/drawingml/2006/main" prst="roundRect">
            <a:avLst>
              <a:gd name="adj" fmla="val 2162"/>
            </a:avLst>
          </a:prstGeom>
        </p:spPr>
      </p:pic>
    </p:spTree>
    <p:extLst>
      <p:ext uri="{BB962C8B-B14F-4D97-AF65-F5344CB8AC3E}">
        <p14:creationId xmlns:p14="http://schemas.microsoft.com/office/powerpoint/2010/main" val="1981731791"/>
      </p:ext>
    </p:extLst>
  </p:cSld>
</p:sld>
</file>

<file path=ppt/slides/slide9.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46BC68-1DD9-4DB0-AEA1-0310A1C2AA07}"/>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244B96"/>
                </a:solidFill>
                <a:latin typeface="DejaVu Sans"/>
                <a:ea typeface="DejaVu Sans"/>
                <a:cs typeface="DejaVu Sans"/>
              </a:defRPr>
            </a:defPPr>
            <a:lvl1pPr>
              <a:defRPr sz="975" b="1">
                <a:solidFill>
                  <a:srgbClr val="244B96"/>
                </a:solidFill>
                <a:latin typeface="DejaVu Sans"/>
                <a:ea typeface="DejaVu Sans"/>
                <a:cs typeface="DejaVu Sans"/>
              </a:defRPr>
            </a:lvl1pPr>
            <a:lvl2pPr>
              <a:defRPr sz="975" b="1">
                <a:solidFill>
                  <a:srgbClr val="244B96"/>
                </a:solidFill>
                <a:latin typeface="DejaVu Sans"/>
                <a:ea typeface="DejaVu Sans"/>
                <a:cs typeface="DejaVu Sans"/>
              </a:defRPr>
            </a:lvl2pPr>
            <a:lvl3pPr>
              <a:defRPr sz="975" b="1">
                <a:solidFill>
                  <a:srgbClr val="244B96"/>
                </a:solidFill>
                <a:latin typeface="DejaVu Sans"/>
                <a:ea typeface="DejaVu Sans"/>
                <a:cs typeface="DejaVu Sans"/>
              </a:defRPr>
            </a:lvl3pPr>
            <a:lvl4pPr>
              <a:defRPr sz="975" b="1">
                <a:solidFill>
                  <a:srgbClr val="244B96"/>
                </a:solidFill>
                <a:latin typeface="DejaVu Sans"/>
                <a:ea typeface="DejaVu Sans"/>
                <a:cs typeface="DejaVu Sans"/>
              </a:defRPr>
            </a:lvl4pPr>
            <a:lvl5pPr>
              <a:defRPr sz="975" b="1">
                <a:solidFill>
                  <a:srgbClr val="244B96"/>
                </a:solidFill>
                <a:latin typeface="DejaVu Sans"/>
                <a:ea typeface="DejaVu Sans"/>
                <a:cs typeface="DejaVu Sans"/>
              </a:defRPr>
            </a:lvl5pPr>
            <a:lvl6pPr>
              <a:defRPr sz="975" b="1">
                <a:solidFill>
                  <a:srgbClr val="244B96"/>
                </a:solidFill>
                <a:latin typeface="DejaVu Sans"/>
                <a:ea typeface="DejaVu Sans"/>
                <a:cs typeface="DejaVu Sans"/>
              </a:defRPr>
            </a:lvl6pPr>
            <a:lvl7pPr>
              <a:defRPr sz="975" b="1">
                <a:solidFill>
                  <a:srgbClr val="244B96"/>
                </a:solidFill>
                <a:latin typeface="DejaVu Sans"/>
                <a:ea typeface="DejaVu Sans"/>
                <a:cs typeface="DejaVu Sans"/>
              </a:defRPr>
            </a:lvl7pPr>
            <a:lvl8pPr>
              <a:defRPr sz="975" b="1">
                <a:solidFill>
                  <a:srgbClr val="244B96"/>
                </a:solidFill>
                <a:latin typeface="DejaVu Sans"/>
                <a:ea typeface="DejaVu Sans"/>
                <a:cs typeface="DejaVu Sans"/>
              </a:defRPr>
            </a:lvl8pPr>
            <a:lvl9pPr>
              <a:defRPr sz="975" b="1">
                <a:solidFill>
                  <a:srgbClr val="244B96"/>
                </a:solidFill>
                <a:latin typeface="DejaVu Sans"/>
                <a:ea typeface="DejaVu Sans"/>
                <a:cs typeface="DejaVu Sans"/>
              </a:defRPr>
            </a:lvl9pPr>
          </a:lstStyle>
          <a:p xmlns:a="http://schemas.openxmlformats.org/drawingml/2006/main">
            <a:pPr>
              <a:defRPr sz="975" b="1">
                <a:solidFill>
                  <a:srgbClr val="244B96"/>
                </a:solidFill>
                <a:latin typeface="DejaVu Sans"/>
                <a:ea typeface="DejaVu Sans"/>
                <a:cs typeface="DejaVu Sans"/>
              </a:defRPr>
            </a:pPr>
            <a:r>
              <a:rPr sz="975" b="1">
                <a:solidFill>
                  <a:srgbClr val="244B96"/>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D9E505A0-B884-4E76-8CFD-E598BC8EB7D4}"/>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42B58"/>
                </a:solidFill>
                <a:latin typeface="DejaVu Sans"/>
                <a:ea typeface="DejaVu Sans"/>
                <a:cs typeface="DejaVu Sans"/>
              </a:defRPr>
            </a:defPPr>
            <a:lvl1pPr>
              <a:defRPr sz="3450" b="1">
                <a:solidFill>
                  <a:srgbClr val="142B58"/>
                </a:solidFill>
                <a:latin typeface="DejaVu Sans"/>
                <a:ea typeface="DejaVu Sans"/>
                <a:cs typeface="DejaVu Sans"/>
              </a:defRPr>
            </a:lvl1pPr>
            <a:lvl2pPr>
              <a:defRPr sz="3450" b="1">
                <a:solidFill>
                  <a:srgbClr val="142B58"/>
                </a:solidFill>
                <a:latin typeface="DejaVu Sans"/>
                <a:ea typeface="DejaVu Sans"/>
                <a:cs typeface="DejaVu Sans"/>
              </a:defRPr>
            </a:lvl2pPr>
            <a:lvl3pPr>
              <a:defRPr sz="3450" b="1">
                <a:solidFill>
                  <a:srgbClr val="142B58"/>
                </a:solidFill>
                <a:latin typeface="DejaVu Sans"/>
                <a:ea typeface="DejaVu Sans"/>
                <a:cs typeface="DejaVu Sans"/>
              </a:defRPr>
            </a:lvl3pPr>
            <a:lvl4pPr>
              <a:defRPr sz="3450" b="1">
                <a:solidFill>
                  <a:srgbClr val="142B58"/>
                </a:solidFill>
                <a:latin typeface="DejaVu Sans"/>
                <a:ea typeface="DejaVu Sans"/>
                <a:cs typeface="DejaVu Sans"/>
              </a:defRPr>
            </a:lvl4pPr>
            <a:lvl5pPr>
              <a:defRPr sz="3450" b="1">
                <a:solidFill>
                  <a:srgbClr val="142B58"/>
                </a:solidFill>
                <a:latin typeface="DejaVu Sans"/>
                <a:ea typeface="DejaVu Sans"/>
                <a:cs typeface="DejaVu Sans"/>
              </a:defRPr>
            </a:lvl5pPr>
            <a:lvl6pPr>
              <a:defRPr sz="3450" b="1">
                <a:solidFill>
                  <a:srgbClr val="142B58"/>
                </a:solidFill>
                <a:latin typeface="DejaVu Sans"/>
                <a:ea typeface="DejaVu Sans"/>
                <a:cs typeface="DejaVu Sans"/>
              </a:defRPr>
            </a:lvl6pPr>
            <a:lvl7pPr>
              <a:defRPr sz="3450" b="1">
                <a:solidFill>
                  <a:srgbClr val="142B58"/>
                </a:solidFill>
                <a:latin typeface="DejaVu Sans"/>
                <a:ea typeface="DejaVu Sans"/>
                <a:cs typeface="DejaVu Sans"/>
              </a:defRPr>
            </a:lvl7pPr>
            <a:lvl8pPr>
              <a:defRPr sz="3450" b="1">
                <a:solidFill>
                  <a:srgbClr val="142B58"/>
                </a:solidFill>
                <a:latin typeface="DejaVu Sans"/>
                <a:ea typeface="DejaVu Sans"/>
                <a:cs typeface="DejaVu Sans"/>
              </a:defRPr>
            </a:lvl8pPr>
            <a:lvl9pPr>
              <a:defRPr sz="3450" b="1">
                <a:solidFill>
                  <a:srgbClr val="142B58"/>
                </a:solidFill>
                <a:latin typeface="DejaVu Sans"/>
                <a:ea typeface="DejaVu Sans"/>
                <a:cs typeface="DejaVu Sans"/>
              </a:defRPr>
            </a:lvl9pPr>
          </a:lstStyle>
          <a:p xmlns:a="http://schemas.openxmlformats.org/drawingml/2006/main">
            <a:pPr>
              <a:defRPr sz="3450" b="1">
                <a:solidFill>
                  <a:srgbClr val="142B58"/>
                </a:solidFill>
                <a:latin typeface="DejaVu Sans"/>
                <a:ea typeface="DejaVu Sans"/>
                <a:cs typeface="DejaVu Sans"/>
              </a:defRPr>
            </a:pPr>
            <a:r>
              <a:rPr sz="3450" b="1">
                <a:solidFill>
                  <a:srgbClr val="142B58"/>
                </a:solidFill>
                <a:latin typeface="DejaVu Sans"/>
                <a:ea typeface="DejaVu Sans"/>
                <a:cs typeface="DejaVu Sans"/>
              </a:rPr>
              <a:t>Research and Notice Board</a:t>
            </a:r>
          </a:p>
        </p:txBody>
      </p:sp>
      <p:sp>
        <p:nvSpPr>
          <p:cNvPr id="3" name="">
            <a:extLst xmlns:a="http://schemas.openxmlformats.org/drawingml/2006/main">
              <a:ext uri="{FF2B5EF4-FFF2-40B4-BE49-F238E27FC236}">
                <a16:creationId xmlns:a16="http://schemas.microsoft.com/office/drawing/2014/main" id="{F433EA93-8F44-47EF-ACBE-9AC947030CAF}"/>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F6E85"/>
                </a:solidFill>
                <a:latin typeface="DejaVu Sans"/>
                <a:ea typeface="DejaVu Sans"/>
                <a:cs typeface="DejaVu Sans"/>
              </a:defRPr>
            </a:defPPr>
            <a:lvl1pPr>
              <a:defRPr sz="975" b="0">
                <a:solidFill>
                  <a:srgbClr val="5F6E85"/>
                </a:solidFill>
                <a:latin typeface="DejaVu Sans"/>
                <a:ea typeface="DejaVu Sans"/>
                <a:cs typeface="DejaVu Sans"/>
              </a:defRPr>
            </a:lvl1pPr>
            <a:lvl2pPr>
              <a:defRPr sz="975" b="0">
                <a:solidFill>
                  <a:srgbClr val="5F6E85"/>
                </a:solidFill>
                <a:latin typeface="DejaVu Sans"/>
                <a:ea typeface="DejaVu Sans"/>
                <a:cs typeface="DejaVu Sans"/>
              </a:defRPr>
            </a:lvl2pPr>
            <a:lvl3pPr>
              <a:defRPr sz="975" b="0">
                <a:solidFill>
                  <a:srgbClr val="5F6E85"/>
                </a:solidFill>
                <a:latin typeface="DejaVu Sans"/>
                <a:ea typeface="DejaVu Sans"/>
                <a:cs typeface="DejaVu Sans"/>
              </a:defRPr>
            </a:lvl3pPr>
            <a:lvl4pPr>
              <a:defRPr sz="975" b="0">
                <a:solidFill>
                  <a:srgbClr val="5F6E85"/>
                </a:solidFill>
                <a:latin typeface="DejaVu Sans"/>
                <a:ea typeface="DejaVu Sans"/>
                <a:cs typeface="DejaVu Sans"/>
              </a:defRPr>
            </a:lvl4pPr>
            <a:lvl5pPr>
              <a:defRPr sz="975" b="0">
                <a:solidFill>
                  <a:srgbClr val="5F6E85"/>
                </a:solidFill>
                <a:latin typeface="DejaVu Sans"/>
                <a:ea typeface="DejaVu Sans"/>
                <a:cs typeface="DejaVu Sans"/>
              </a:defRPr>
            </a:lvl5pPr>
            <a:lvl6pPr>
              <a:defRPr sz="975" b="0">
                <a:solidFill>
                  <a:srgbClr val="5F6E85"/>
                </a:solidFill>
                <a:latin typeface="DejaVu Sans"/>
                <a:ea typeface="DejaVu Sans"/>
                <a:cs typeface="DejaVu Sans"/>
              </a:defRPr>
            </a:lvl6pPr>
            <a:lvl7pPr>
              <a:defRPr sz="975" b="0">
                <a:solidFill>
                  <a:srgbClr val="5F6E85"/>
                </a:solidFill>
                <a:latin typeface="DejaVu Sans"/>
                <a:ea typeface="DejaVu Sans"/>
                <a:cs typeface="DejaVu Sans"/>
              </a:defRPr>
            </a:lvl7pPr>
            <a:lvl8pPr>
              <a:defRPr sz="975" b="0">
                <a:solidFill>
                  <a:srgbClr val="5F6E85"/>
                </a:solidFill>
                <a:latin typeface="DejaVu Sans"/>
                <a:ea typeface="DejaVu Sans"/>
                <a:cs typeface="DejaVu Sans"/>
              </a:defRPr>
            </a:lvl8pPr>
            <a:lvl9pPr>
              <a:defRPr sz="975" b="0">
                <a:solidFill>
                  <a:srgbClr val="5F6E85"/>
                </a:solidFill>
                <a:latin typeface="DejaVu Sans"/>
                <a:ea typeface="DejaVu Sans"/>
                <a:cs typeface="DejaVu Sans"/>
              </a:defRPr>
            </a:lvl9pPr>
          </a:lstStyle>
          <a:p xmlns:a="http://schemas.openxmlformats.org/drawingml/2006/main">
            <a:pPr>
              <a:defRPr sz="975" b="0">
                <a:solidFill>
                  <a:srgbClr val="5F6E85"/>
                </a:solidFill>
                <a:latin typeface="DejaVu Sans"/>
                <a:ea typeface="DejaVu Sans"/>
                <a:cs typeface="DejaVu Sans"/>
              </a:defRPr>
            </a:pPr>
            <a:r>
              <a:rPr sz="975" b="0">
                <a:solidFill>
                  <a:srgbClr val="5F6E85"/>
                </a:solidFill>
                <a:latin typeface="DejaVu Sans"/>
                <a:ea typeface="DejaVu Sans"/>
                <a:cs typeface="DejaVu Sans"/>
              </a:rPr>
              <a:t>09 / 11</a:t>
            </a:r>
          </a:p>
        </p:txBody>
      </p:sp>
      <p:pic>
        <p:nvPicPr>
          <p:cNvPr id="4" name="">
            <a:extLst xmlns:a="http://schemas.openxmlformats.org/drawingml/2006/main">
              <a:ext uri="{FF2B5EF4-FFF2-40B4-BE49-F238E27FC236}">
                <a16:creationId xmlns:a16="http://schemas.microsoft.com/office/drawing/2014/main" id="{E1BCF07E-151B-4577-B053-90CBEFC8A1DF}"/>
              </a:ext>
            </a:extLst>
          </p:cNvPr>
          <p:cNvPicPr>
            <a:picLocks xmlns:a="http://schemas.openxmlformats.org/drawingml/2006/main" noChangeAspect="1"/>
          </p:cNvPicPr>
          <p:nvPr/>
        </p:nvPicPr>
        <p:blipFill>
          <a:blip xmlns:r="http://schemas.openxmlformats.org/officeDocument/2006/relationships" xmlns:a="http://schemas.openxmlformats.org/drawingml/2006/main" r:embed="Rd8af00f5b7e74d9f"/>
          <a:stretch xmlns:a="http://schemas.openxmlformats.org/drawingml/2006/main"/>
        </p:blipFill>
        <p:spPr>
          <a:xfrm xmlns:a="http://schemas.openxmlformats.org/drawingml/2006/main">
            <a:off x="1351946" y="1762125"/>
            <a:ext cx="9488107" cy="4381500"/>
          </a:xfrm>
          <a:prstGeom xmlns:a="http://schemas.openxmlformats.org/drawingml/2006/main" prst="roundRect">
            <a:avLst>
              <a:gd name="adj" fmla="val 1739"/>
            </a:avLst>
          </a:prstGeom>
        </p:spPr>
      </p:pic>
      <p:sp>
        <p:nvSpPr>
          <p:cNvPr id="5" name="">
            <a:extLst xmlns:a="http://schemas.openxmlformats.org/drawingml/2006/main">
              <a:ext uri="{FF2B5EF4-FFF2-40B4-BE49-F238E27FC236}">
                <a16:creationId xmlns:a16="http://schemas.microsoft.com/office/drawing/2014/main" id="{D1B85F86-877B-41D9-891B-35CAA2984BFF}"/>
              </a:ext>
            </a:extLst>
          </p:cNvPr>
          <p:cNvSpPr>
            <a:spLocks xmlns:a="http://schemas.openxmlformats.org/drawingml/2006/main" noGrp="1"/>
          </p:cNvSpPr>
          <p:nvPr/>
        </p:nvSpPr>
        <p:spPr>
          <a:xfrm xmlns:a="http://schemas.openxmlformats.org/drawingml/2006/main">
            <a:off x="666750" y="616267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F6E85"/>
                </a:solidFill>
                <a:latin typeface="DejaVu Sans"/>
                <a:ea typeface="DejaVu Sans"/>
                <a:cs typeface="DejaVu Sans"/>
              </a:defRPr>
            </a:defPPr>
            <a:lvl1pPr>
              <a:defRPr sz="1500" b="0">
                <a:solidFill>
                  <a:srgbClr val="5F6E85"/>
                </a:solidFill>
                <a:latin typeface="DejaVu Sans"/>
                <a:ea typeface="DejaVu Sans"/>
                <a:cs typeface="DejaVu Sans"/>
              </a:defRPr>
            </a:lvl1pPr>
            <a:lvl2pPr>
              <a:defRPr sz="1500" b="0">
                <a:solidFill>
                  <a:srgbClr val="5F6E85"/>
                </a:solidFill>
                <a:latin typeface="DejaVu Sans"/>
                <a:ea typeface="DejaVu Sans"/>
                <a:cs typeface="DejaVu Sans"/>
              </a:defRPr>
            </a:lvl2pPr>
            <a:lvl3pPr>
              <a:defRPr sz="1500" b="0">
                <a:solidFill>
                  <a:srgbClr val="5F6E85"/>
                </a:solidFill>
                <a:latin typeface="DejaVu Sans"/>
                <a:ea typeface="DejaVu Sans"/>
                <a:cs typeface="DejaVu Sans"/>
              </a:defRPr>
            </a:lvl3pPr>
            <a:lvl4pPr>
              <a:defRPr sz="1500" b="0">
                <a:solidFill>
                  <a:srgbClr val="5F6E85"/>
                </a:solidFill>
                <a:latin typeface="DejaVu Sans"/>
                <a:ea typeface="DejaVu Sans"/>
                <a:cs typeface="DejaVu Sans"/>
              </a:defRPr>
            </a:lvl4pPr>
            <a:lvl5pPr>
              <a:defRPr sz="1500" b="0">
                <a:solidFill>
                  <a:srgbClr val="5F6E85"/>
                </a:solidFill>
                <a:latin typeface="DejaVu Sans"/>
                <a:ea typeface="DejaVu Sans"/>
                <a:cs typeface="DejaVu Sans"/>
              </a:defRPr>
            </a:lvl5pPr>
            <a:lvl6pPr>
              <a:defRPr sz="1500" b="0">
                <a:solidFill>
                  <a:srgbClr val="5F6E85"/>
                </a:solidFill>
                <a:latin typeface="DejaVu Sans"/>
                <a:ea typeface="DejaVu Sans"/>
                <a:cs typeface="DejaVu Sans"/>
              </a:defRPr>
            </a:lvl6pPr>
            <a:lvl7pPr>
              <a:defRPr sz="1500" b="0">
                <a:solidFill>
                  <a:srgbClr val="5F6E85"/>
                </a:solidFill>
                <a:latin typeface="DejaVu Sans"/>
                <a:ea typeface="DejaVu Sans"/>
                <a:cs typeface="DejaVu Sans"/>
              </a:defRPr>
            </a:lvl7pPr>
            <a:lvl8pPr>
              <a:defRPr sz="1500" b="0">
                <a:solidFill>
                  <a:srgbClr val="5F6E85"/>
                </a:solidFill>
                <a:latin typeface="DejaVu Sans"/>
                <a:ea typeface="DejaVu Sans"/>
                <a:cs typeface="DejaVu Sans"/>
              </a:defRPr>
            </a:lvl8pPr>
            <a:lvl9pPr>
              <a:defRPr sz="1500" b="0">
                <a:solidFill>
                  <a:srgbClr val="5F6E85"/>
                </a:solidFill>
                <a:latin typeface="DejaVu Sans"/>
                <a:ea typeface="DejaVu Sans"/>
                <a:cs typeface="DejaVu Sans"/>
              </a:defRPr>
            </a:lvl9pPr>
          </a:lstStyle>
          <a:p xmlns:a="http://schemas.openxmlformats.org/drawingml/2006/main">
            <a:pPr>
              <a:defRPr sz="1500" b="0">
                <a:solidFill>
                  <a:srgbClr val="5F6E85"/>
                </a:solidFill>
                <a:latin typeface="DejaVu Sans"/>
                <a:ea typeface="DejaVu Sans"/>
                <a:cs typeface="DejaVu Sans"/>
              </a:defRPr>
            </a:pPr>
            <a:r>
              <a:rPr sz="1500" b="0">
                <a:solidFill>
                  <a:srgbClr val="5F6E85"/>
                </a:solidFill>
                <a:latin typeface="DejaVu Sans"/>
                <a:ea typeface="DejaVu Sans"/>
                <a:cs typeface="DejaVu Sans"/>
              </a:rPr>
              <a:t>Sample notices are static. Database updates remain planned.</a:t>
            </a:r>
          </a:p>
        </p:txBody>
      </p:sp>
    </p:spTree>
    <p:extLst>
      <p:ext uri="{BB962C8B-B14F-4D97-AF65-F5344CB8AC3E}">
        <p14:creationId xmlns:p14="http://schemas.microsoft.com/office/powerpoint/2010/main" val="435699020"/>
      </p:ext>
    </p:extLst>
  </p:cSld>
</p:sld>
</file>

<file path=ppt/slides/slide10.xml><?xml version="1.0" encoding="utf-8"?>
<p:sld xmlns:p="http://schemas.openxmlformats.org/presentationml/2006/main">
  <p:cSld>
    <p:bg>
      <p:bgPr>
        <a:solidFill xmlns:a="http://schemas.openxmlformats.org/drawingml/2006/main">
          <a:srgbClr val="FAFB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629D686-ED87-4F9C-8928-3C9E777939F2}"/>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244B96"/>
                </a:solidFill>
                <a:latin typeface="DejaVu Sans"/>
                <a:ea typeface="DejaVu Sans"/>
                <a:cs typeface="DejaVu Sans"/>
              </a:defRPr>
            </a:defPPr>
            <a:lvl1pPr>
              <a:defRPr sz="975" b="1">
                <a:solidFill>
                  <a:srgbClr val="244B96"/>
                </a:solidFill>
                <a:latin typeface="DejaVu Sans"/>
                <a:ea typeface="DejaVu Sans"/>
                <a:cs typeface="DejaVu Sans"/>
              </a:defRPr>
            </a:lvl1pPr>
            <a:lvl2pPr>
              <a:defRPr sz="975" b="1">
                <a:solidFill>
                  <a:srgbClr val="244B96"/>
                </a:solidFill>
                <a:latin typeface="DejaVu Sans"/>
                <a:ea typeface="DejaVu Sans"/>
                <a:cs typeface="DejaVu Sans"/>
              </a:defRPr>
            </a:lvl2pPr>
            <a:lvl3pPr>
              <a:defRPr sz="975" b="1">
                <a:solidFill>
                  <a:srgbClr val="244B96"/>
                </a:solidFill>
                <a:latin typeface="DejaVu Sans"/>
                <a:ea typeface="DejaVu Sans"/>
                <a:cs typeface="DejaVu Sans"/>
              </a:defRPr>
            </a:lvl3pPr>
            <a:lvl4pPr>
              <a:defRPr sz="975" b="1">
                <a:solidFill>
                  <a:srgbClr val="244B96"/>
                </a:solidFill>
                <a:latin typeface="DejaVu Sans"/>
                <a:ea typeface="DejaVu Sans"/>
                <a:cs typeface="DejaVu Sans"/>
              </a:defRPr>
            </a:lvl4pPr>
            <a:lvl5pPr>
              <a:defRPr sz="975" b="1">
                <a:solidFill>
                  <a:srgbClr val="244B96"/>
                </a:solidFill>
                <a:latin typeface="DejaVu Sans"/>
                <a:ea typeface="DejaVu Sans"/>
                <a:cs typeface="DejaVu Sans"/>
              </a:defRPr>
            </a:lvl5pPr>
            <a:lvl6pPr>
              <a:defRPr sz="975" b="1">
                <a:solidFill>
                  <a:srgbClr val="244B96"/>
                </a:solidFill>
                <a:latin typeface="DejaVu Sans"/>
                <a:ea typeface="DejaVu Sans"/>
                <a:cs typeface="DejaVu Sans"/>
              </a:defRPr>
            </a:lvl6pPr>
            <a:lvl7pPr>
              <a:defRPr sz="975" b="1">
                <a:solidFill>
                  <a:srgbClr val="244B96"/>
                </a:solidFill>
                <a:latin typeface="DejaVu Sans"/>
                <a:ea typeface="DejaVu Sans"/>
                <a:cs typeface="DejaVu Sans"/>
              </a:defRPr>
            </a:lvl7pPr>
            <a:lvl8pPr>
              <a:defRPr sz="975" b="1">
                <a:solidFill>
                  <a:srgbClr val="244B96"/>
                </a:solidFill>
                <a:latin typeface="DejaVu Sans"/>
                <a:ea typeface="DejaVu Sans"/>
                <a:cs typeface="DejaVu Sans"/>
              </a:defRPr>
            </a:lvl8pPr>
            <a:lvl9pPr>
              <a:defRPr sz="975" b="1">
                <a:solidFill>
                  <a:srgbClr val="244B96"/>
                </a:solidFill>
                <a:latin typeface="DejaVu Sans"/>
                <a:ea typeface="DejaVu Sans"/>
                <a:cs typeface="DejaVu Sans"/>
              </a:defRPr>
            </a:lvl9pPr>
          </a:lstStyle>
          <a:p xmlns:a="http://schemas.openxmlformats.org/drawingml/2006/main">
            <a:pPr>
              <a:defRPr sz="975" b="1">
                <a:solidFill>
                  <a:srgbClr val="244B96"/>
                </a:solidFill>
                <a:latin typeface="DejaVu Sans"/>
                <a:ea typeface="DejaVu Sans"/>
                <a:cs typeface="DejaVu Sans"/>
              </a:defRPr>
            </a:pPr>
            <a:r>
              <a:rPr sz="975" b="1">
                <a:solidFill>
                  <a:srgbClr val="244B96"/>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E25A2205-CF7B-4217-A29D-58DB96591EAD}"/>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42B58"/>
                </a:solidFill>
                <a:latin typeface="DejaVu Sans"/>
                <a:ea typeface="DejaVu Sans"/>
                <a:cs typeface="DejaVu Sans"/>
              </a:defRPr>
            </a:defPPr>
            <a:lvl1pPr>
              <a:defRPr sz="3450" b="1">
                <a:solidFill>
                  <a:srgbClr val="142B58"/>
                </a:solidFill>
                <a:latin typeface="DejaVu Sans"/>
                <a:ea typeface="DejaVu Sans"/>
                <a:cs typeface="DejaVu Sans"/>
              </a:defRPr>
            </a:lvl1pPr>
            <a:lvl2pPr>
              <a:defRPr sz="3450" b="1">
                <a:solidFill>
                  <a:srgbClr val="142B58"/>
                </a:solidFill>
                <a:latin typeface="DejaVu Sans"/>
                <a:ea typeface="DejaVu Sans"/>
                <a:cs typeface="DejaVu Sans"/>
              </a:defRPr>
            </a:lvl2pPr>
            <a:lvl3pPr>
              <a:defRPr sz="3450" b="1">
                <a:solidFill>
                  <a:srgbClr val="142B58"/>
                </a:solidFill>
                <a:latin typeface="DejaVu Sans"/>
                <a:ea typeface="DejaVu Sans"/>
                <a:cs typeface="DejaVu Sans"/>
              </a:defRPr>
            </a:lvl3pPr>
            <a:lvl4pPr>
              <a:defRPr sz="3450" b="1">
                <a:solidFill>
                  <a:srgbClr val="142B58"/>
                </a:solidFill>
                <a:latin typeface="DejaVu Sans"/>
                <a:ea typeface="DejaVu Sans"/>
                <a:cs typeface="DejaVu Sans"/>
              </a:defRPr>
            </a:lvl4pPr>
            <a:lvl5pPr>
              <a:defRPr sz="3450" b="1">
                <a:solidFill>
                  <a:srgbClr val="142B58"/>
                </a:solidFill>
                <a:latin typeface="DejaVu Sans"/>
                <a:ea typeface="DejaVu Sans"/>
                <a:cs typeface="DejaVu Sans"/>
              </a:defRPr>
            </a:lvl5pPr>
            <a:lvl6pPr>
              <a:defRPr sz="3450" b="1">
                <a:solidFill>
                  <a:srgbClr val="142B58"/>
                </a:solidFill>
                <a:latin typeface="DejaVu Sans"/>
                <a:ea typeface="DejaVu Sans"/>
                <a:cs typeface="DejaVu Sans"/>
              </a:defRPr>
            </a:lvl6pPr>
            <a:lvl7pPr>
              <a:defRPr sz="3450" b="1">
                <a:solidFill>
                  <a:srgbClr val="142B58"/>
                </a:solidFill>
                <a:latin typeface="DejaVu Sans"/>
                <a:ea typeface="DejaVu Sans"/>
                <a:cs typeface="DejaVu Sans"/>
              </a:defRPr>
            </a:lvl7pPr>
            <a:lvl8pPr>
              <a:defRPr sz="3450" b="1">
                <a:solidFill>
                  <a:srgbClr val="142B58"/>
                </a:solidFill>
                <a:latin typeface="DejaVu Sans"/>
                <a:ea typeface="DejaVu Sans"/>
                <a:cs typeface="DejaVu Sans"/>
              </a:defRPr>
            </a:lvl8pPr>
            <a:lvl9pPr>
              <a:defRPr sz="3450" b="1">
                <a:solidFill>
                  <a:srgbClr val="142B58"/>
                </a:solidFill>
                <a:latin typeface="DejaVu Sans"/>
                <a:ea typeface="DejaVu Sans"/>
                <a:cs typeface="DejaVu Sans"/>
              </a:defRPr>
            </a:lvl9pPr>
          </a:lstStyle>
          <a:p xmlns:a="http://schemas.openxmlformats.org/drawingml/2006/main">
            <a:pPr>
              <a:defRPr sz="3450" b="1">
                <a:solidFill>
                  <a:srgbClr val="142B58"/>
                </a:solidFill>
                <a:latin typeface="DejaVu Sans"/>
                <a:ea typeface="DejaVu Sans"/>
                <a:cs typeface="DejaVu Sans"/>
              </a:defRPr>
            </a:pPr>
            <a:r>
              <a:rPr sz="3450" b="1">
                <a:solidFill>
                  <a:srgbClr val="142B58"/>
                </a:solidFill>
                <a:latin typeface="DejaVu Sans"/>
                <a:ea typeface="DejaVu Sans"/>
                <a:cs typeface="DejaVu Sans"/>
              </a:rPr>
              <a:t>Remaining Timeline</a:t>
            </a:r>
          </a:p>
        </p:txBody>
      </p:sp>
      <p:sp>
        <p:nvSpPr>
          <p:cNvPr id="3" name="">
            <a:extLst xmlns:a="http://schemas.openxmlformats.org/drawingml/2006/main">
              <a:ext uri="{FF2B5EF4-FFF2-40B4-BE49-F238E27FC236}">
                <a16:creationId xmlns:a16="http://schemas.microsoft.com/office/drawing/2014/main" id="{9A720763-AA2B-452D-B0B8-7B988D3856D8}"/>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F6E85"/>
                </a:solidFill>
                <a:latin typeface="DejaVu Sans"/>
                <a:ea typeface="DejaVu Sans"/>
                <a:cs typeface="DejaVu Sans"/>
              </a:defRPr>
            </a:defPPr>
            <a:lvl1pPr>
              <a:defRPr sz="975" b="0">
                <a:solidFill>
                  <a:srgbClr val="5F6E85"/>
                </a:solidFill>
                <a:latin typeface="DejaVu Sans"/>
                <a:ea typeface="DejaVu Sans"/>
                <a:cs typeface="DejaVu Sans"/>
              </a:defRPr>
            </a:lvl1pPr>
            <a:lvl2pPr>
              <a:defRPr sz="975" b="0">
                <a:solidFill>
                  <a:srgbClr val="5F6E85"/>
                </a:solidFill>
                <a:latin typeface="DejaVu Sans"/>
                <a:ea typeface="DejaVu Sans"/>
                <a:cs typeface="DejaVu Sans"/>
              </a:defRPr>
            </a:lvl2pPr>
            <a:lvl3pPr>
              <a:defRPr sz="975" b="0">
                <a:solidFill>
                  <a:srgbClr val="5F6E85"/>
                </a:solidFill>
                <a:latin typeface="DejaVu Sans"/>
                <a:ea typeface="DejaVu Sans"/>
                <a:cs typeface="DejaVu Sans"/>
              </a:defRPr>
            </a:lvl3pPr>
            <a:lvl4pPr>
              <a:defRPr sz="975" b="0">
                <a:solidFill>
                  <a:srgbClr val="5F6E85"/>
                </a:solidFill>
                <a:latin typeface="DejaVu Sans"/>
                <a:ea typeface="DejaVu Sans"/>
                <a:cs typeface="DejaVu Sans"/>
              </a:defRPr>
            </a:lvl4pPr>
            <a:lvl5pPr>
              <a:defRPr sz="975" b="0">
                <a:solidFill>
                  <a:srgbClr val="5F6E85"/>
                </a:solidFill>
                <a:latin typeface="DejaVu Sans"/>
                <a:ea typeface="DejaVu Sans"/>
                <a:cs typeface="DejaVu Sans"/>
              </a:defRPr>
            </a:lvl5pPr>
            <a:lvl6pPr>
              <a:defRPr sz="975" b="0">
                <a:solidFill>
                  <a:srgbClr val="5F6E85"/>
                </a:solidFill>
                <a:latin typeface="DejaVu Sans"/>
                <a:ea typeface="DejaVu Sans"/>
                <a:cs typeface="DejaVu Sans"/>
              </a:defRPr>
            </a:lvl6pPr>
            <a:lvl7pPr>
              <a:defRPr sz="975" b="0">
                <a:solidFill>
                  <a:srgbClr val="5F6E85"/>
                </a:solidFill>
                <a:latin typeface="DejaVu Sans"/>
                <a:ea typeface="DejaVu Sans"/>
                <a:cs typeface="DejaVu Sans"/>
              </a:defRPr>
            </a:lvl7pPr>
            <a:lvl8pPr>
              <a:defRPr sz="975" b="0">
                <a:solidFill>
                  <a:srgbClr val="5F6E85"/>
                </a:solidFill>
                <a:latin typeface="DejaVu Sans"/>
                <a:ea typeface="DejaVu Sans"/>
                <a:cs typeface="DejaVu Sans"/>
              </a:defRPr>
            </a:lvl8pPr>
            <a:lvl9pPr>
              <a:defRPr sz="975" b="0">
                <a:solidFill>
                  <a:srgbClr val="5F6E85"/>
                </a:solidFill>
                <a:latin typeface="DejaVu Sans"/>
                <a:ea typeface="DejaVu Sans"/>
                <a:cs typeface="DejaVu Sans"/>
              </a:defRPr>
            </a:lvl9pPr>
          </a:lstStyle>
          <a:p xmlns:a="http://schemas.openxmlformats.org/drawingml/2006/main">
            <a:pPr>
              <a:defRPr sz="975" b="0">
                <a:solidFill>
                  <a:srgbClr val="5F6E85"/>
                </a:solidFill>
                <a:latin typeface="DejaVu Sans"/>
                <a:ea typeface="DejaVu Sans"/>
                <a:cs typeface="DejaVu Sans"/>
              </a:defRPr>
            </a:pPr>
            <a:r>
              <a:rPr sz="975" b="0">
                <a:solidFill>
                  <a:srgbClr val="5F6E85"/>
                </a:solidFill>
                <a:latin typeface="DejaVu Sans"/>
                <a:ea typeface="DejaVu Sans"/>
                <a:cs typeface="DejaVu Sans"/>
              </a:rPr>
              <a:t>10 / 11</a:t>
            </a:r>
          </a:p>
        </p:txBody>
      </p:sp>
      <p:sp>
        <p:nvSpPr>
          <p:cNvPr id="4" name="">
            <a:extLst xmlns:a="http://schemas.openxmlformats.org/drawingml/2006/main">
              <a:ext uri="{FF2B5EF4-FFF2-40B4-BE49-F238E27FC236}">
                <a16:creationId xmlns:a16="http://schemas.microsoft.com/office/drawing/2014/main" id="{3116B2FD-6AF4-4E8F-82F2-BE02A12CCD3C}"/>
              </a:ext>
            </a:extLst>
          </p:cNvPr>
          <p:cNvSpPr>
            <a:spLocks xmlns:a="http://schemas.openxmlformats.org/drawingml/2006/main" noGrp="1"/>
          </p:cNvSpPr>
          <p:nvPr/>
        </p:nvSpPr>
        <p:spPr>
          <a:xfrm xmlns:a="http://schemas.openxmlformats.org/drawingml/2006/main">
            <a:off x="666750" y="180975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F6E85"/>
                </a:solidFill>
                <a:latin typeface="DejaVu Sans"/>
                <a:ea typeface="DejaVu Sans"/>
                <a:cs typeface="DejaVu Sans"/>
              </a:defRPr>
            </a:defPPr>
            <a:lvl1pPr>
              <a:defRPr sz="1725" b="0">
                <a:solidFill>
                  <a:srgbClr val="5F6E85"/>
                </a:solidFill>
                <a:latin typeface="DejaVu Sans"/>
                <a:ea typeface="DejaVu Sans"/>
                <a:cs typeface="DejaVu Sans"/>
              </a:defRPr>
            </a:lvl1pPr>
            <a:lvl2pPr>
              <a:defRPr sz="1725" b="0">
                <a:solidFill>
                  <a:srgbClr val="5F6E85"/>
                </a:solidFill>
                <a:latin typeface="DejaVu Sans"/>
                <a:ea typeface="DejaVu Sans"/>
                <a:cs typeface="DejaVu Sans"/>
              </a:defRPr>
            </a:lvl2pPr>
            <a:lvl3pPr>
              <a:defRPr sz="1725" b="0">
                <a:solidFill>
                  <a:srgbClr val="5F6E85"/>
                </a:solidFill>
                <a:latin typeface="DejaVu Sans"/>
                <a:ea typeface="DejaVu Sans"/>
                <a:cs typeface="DejaVu Sans"/>
              </a:defRPr>
            </a:lvl3pPr>
            <a:lvl4pPr>
              <a:defRPr sz="1725" b="0">
                <a:solidFill>
                  <a:srgbClr val="5F6E85"/>
                </a:solidFill>
                <a:latin typeface="DejaVu Sans"/>
                <a:ea typeface="DejaVu Sans"/>
                <a:cs typeface="DejaVu Sans"/>
              </a:defRPr>
            </a:lvl4pPr>
            <a:lvl5pPr>
              <a:defRPr sz="1725" b="0">
                <a:solidFill>
                  <a:srgbClr val="5F6E85"/>
                </a:solidFill>
                <a:latin typeface="DejaVu Sans"/>
                <a:ea typeface="DejaVu Sans"/>
                <a:cs typeface="DejaVu Sans"/>
              </a:defRPr>
            </a:lvl5pPr>
            <a:lvl6pPr>
              <a:defRPr sz="1725" b="0">
                <a:solidFill>
                  <a:srgbClr val="5F6E85"/>
                </a:solidFill>
                <a:latin typeface="DejaVu Sans"/>
                <a:ea typeface="DejaVu Sans"/>
                <a:cs typeface="DejaVu Sans"/>
              </a:defRPr>
            </a:lvl6pPr>
            <a:lvl7pPr>
              <a:defRPr sz="1725" b="0">
                <a:solidFill>
                  <a:srgbClr val="5F6E85"/>
                </a:solidFill>
                <a:latin typeface="DejaVu Sans"/>
                <a:ea typeface="DejaVu Sans"/>
                <a:cs typeface="DejaVu Sans"/>
              </a:defRPr>
            </a:lvl7pPr>
            <a:lvl8pPr>
              <a:defRPr sz="1725" b="0">
                <a:solidFill>
                  <a:srgbClr val="5F6E85"/>
                </a:solidFill>
                <a:latin typeface="DejaVu Sans"/>
                <a:ea typeface="DejaVu Sans"/>
                <a:cs typeface="DejaVu Sans"/>
              </a:defRPr>
            </a:lvl8pPr>
            <a:lvl9pPr>
              <a:defRPr sz="1725" b="0">
                <a:solidFill>
                  <a:srgbClr val="5F6E85"/>
                </a:solidFill>
                <a:latin typeface="DejaVu Sans"/>
                <a:ea typeface="DejaVu Sans"/>
                <a:cs typeface="DejaVu Sans"/>
              </a:defRPr>
            </a:lvl9pPr>
          </a:lstStyle>
          <a:p xmlns:a="http://schemas.openxmlformats.org/drawingml/2006/main">
            <a:pPr>
              <a:defRPr sz="1725" b="0">
                <a:solidFill>
                  <a:srgbClr val="5F6E85"/>
                </a:solidFill>
                <a:latin typeface="DejaVu Sans"/>
                <a:ea typeface="DejaVu Sans"/>
                <a:cs typeface="DejaVu Sans"/>
              </a:defRPr>
            </a:pPr>
            <a:r>
              <a:rPr sz="1725" b="0">
                <a:solidFill>
                  <a:srgbClr val="5F6E85"/>
                </a:solidFill>
                <a:latin typeface="DejaVu Sans"/>
                <a:ea typeface="DejaVu Sans"/>
                <a:cs typeface="DejaVu Sans"/>
              </a:rPr>
              <a:t>Proposed four-week plan after this progress presentation</a:t>
            </a:r>
          </a:p>
        </p:txBody>
      </p:sp>
      <p:sp>
        <p:nvSpPr>
          <p:cNvPr id="5" name="">
            <a:extLst xmlns:a="http://schemas.openxmlformats.org/drawingml/2006/main">
              <a:ext uri="{FF2B5EF4-FFF2-40B4-BE49-F238E27FC236}">
                <a16:creationId xmlns:a16="http://schemas.microsoft.com/office/drawing/2014/main" id="{480C632A-4C88-4644-A399-F914D00640E9}"/>
              </a:ext>
            </a:extLst>
          </p:cNvPr>
          <p:cNvSpPr>
            <a:spLocks xmlns:a="http://schemas.openxmlformats.org/drawingml/2006/main" noGrp="1"/>
          </p:cNvSpPr>
          <p:nvPr/>
        </p:nvSpPr>
        <p:spPr>
          <a:xfrm xmlns:a="http://schemas.openxmlformats.org/drawingml/2006/main">
            <a:off x="666750" y="2571750"/>
            <a:ext cx="152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244B96"/>
                </a:solidFill>
                <a:latin typeface="DejaVu Sans"/>
                <a:ea typeface="DejaVu Sans"/>
                <a:cs typeface="DejaVu Sans"/>
              </a:defRPr>
            </a:defPPr>
            <a:lvl1pPr>
              <a:defRPr sz="1350" b="1">
                <a:solidFill>
                  <a:srgbClr val="244B96"/>
                </a:solidFill>
                <a:latin typeface="DejaVu Sans"/>
                <a:ea typeface="DejaVu Sans"/>
                <a:cs typeface="DejaVu Sans"/>
              </a:defRPr>
            </a:lvl1pPr>
            <a:lvl2pPr>
              <a:defRPr sz="1350" b="1">
                <a:solidFill>
                  <a:srgbClr val="244B96"/>
                </a:solidFill>
                <a:latin typeface="DejaVu Sans"/>
                <a:ea typeface="DejaVu Sans"/>
                <a:cs typeface="DejaVu Sans"/>
              </a:defRPr>
            </a:lvl2pPr>
            <a:lvl3pPr>
              <a:defRPr sz="1350" b="1">
                <a:solidFill>
                  <a:srgbClr val="244B96"/>
                </a:solidFill>
                <a:latin typeface="DejaVu Sans"/>
                <a:ea typeface="DejaVu Sans"/>
                <a:cs typeface="DejaVu Sans"/>
              </a:defRPr>
            </a:lvl3pPr>
            <a:lvl4pPr>
              <a:defRPr sz="1350" b="1">
                <a:solidFill>
                  <a:srgbClr val="244B96"/>
                </a:solidFill>
                <a:latin typeface="DejaVu Sans"/>
                <a:ea typeface="DejaVu Sans"/>
                <a:cs typeface="DejaVu Sans"/>
              </a:defRPr>
            </a:lvl4pPr>
            <a:lvl5pPr>
              <a:defRPr sz="1350" b="1">
                <a:solidFill>
                  <a:srgbClr val="244B96"/>
                </a:solidFill>
                <a:latin typeface="DejaVu Sans"/>
                <a:ea typeface="DejaVu Sans"/>
                <a:cs typeface="DejaVu Sans"/>
              </a:defRPr>
            </a:lvl5pPr>
            <a:lvl6pPr>
              <a:defRPr sz="1350" b="1">
                <a:solidFill>
                  <a:srgbClr val="244B96"/>
                </a:solidFill>
                <a:latin typeface="DejaVu Sans"/>
                <a:ea typeface="DejaVu Sans"/>
                <a:cs typeface="DejaVu Sans"/>
              </a:defRPr>
            </a:lvl6pPr>
            <a:lvl7pPr>
              <a:defRPr sz="1350" b="1">
                <a:solidFill>
                  <a:srgbClr val="244B96"/>
                </a:solidFill>
                <a:latin typeface="DejaVu Sans"/>
                <a:ea typeface="DejaVu Sans"/>
                <a:cs typeface="DejaVu Sans"/>
              </a:defRPr>
            </a:lvl7pPr>
            <a:lvl8pPr>
              <a:defRPr sz="1350" b="1">
                <a:solidFill>
                  <a:srgbClr val="244B96"/>
                </a:solidFill>
                <a:latin typeface="DejaVu Sans"/>
                <a:ea typeface="DejaVu Sans"/>
                <a:cs typeface="DejaVu Sans"/>
              </a:defRPr>
            </a:lvl8pPr>
            <a:lvl9pPr>
              <a:defRPr sz="1350" b="1">
                <a:solidFill>
                  <a:srgbClr val="244B96"/>
                </a:solidFill>
                <a:latin typeface="DejaVu Sans"/>
                <a:ea typeface="DejaVu Sans"/>
                <a:cs typeface="DejaVu Sans"/>
              </a:defRPr>
            </a:lvl9pPr>
          </a:lstStyle>
          <a:p xmlns:a="http://schemas.openxmlformats.org/drawingml/2006/main">
            <a:pPr>
              <a:defRPr sz="1350" b="1">
                <a:solidFill>
                  <a:srgbClr val="244B96"/>
                </a:solidFill>
                <a:latin typeface="DejaVu Sans"/>
                <a:ea typeface="DejaVu Sans"/>
                <a:cs typeface="DejaVu Sans"/>
              </a:defRPr>
            </a:pPr>
            <a:r>
              <a:rPr sz="1350" b="1">
                <a:solidFill>
                  <a:srgbClr val="244B96"/>
                </a:solidFill>
                <a:latin typeface="DejaVu Sans"/>
                <a:ea typeface="DejaVu Sans"/>
                <a:cs typeface="DejaVu Sans"/>
              </a:rPr>
              <a:t>WEEK 01</a:t>
            </a:r>
          </a:p>
        </p:txBody>
      </p:sp>
      <p:sp>
        <p:nvSpPr>
          <p:cNvPr id="6" name="">
            <a:extLst xmlns:a="http://schemas.openxmlformats.org/drawingml/2006/main">
              <a:ext uri="{FF2B5EF4-FFF2-40B4-BE49-F238E27FC236}">
                <a16:creationId xmlns:a16="http://schemas.microsoft.com/office/drawing/2014/main" id="{A7B803D9-3AEB-4DCA-A5BC-EE7C80689947}"/>
              </a:ext>
            </a:extLst>
          </p:cNvPr>
          <p:cNvSpPr>
            <a:spLocks xmlns:a="http://schemas.openxmlformats.org/drawingml/2006/main" noGrp="1"/>
          </p:cNvSpPr>
          <p:nvPr/>
        </p:nvSpPr>
        <p:spPr>
          <a:xfrm xmlns:a="http://schemas.openxmlformats.org/drawingml/2006/main">
            <a:off x="2381250" y="2495550"/>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42B58"/>
                </a:solidFill>
                <a:latin typeface="DejaVu Sans"/>
                <a:ea typeface="DejaVu Sans"/>
                <a:cs typeface="DejaVu Sans"/>
              </a:defRPr>
            </a:defPPr>
            <a:lvl1pPr>
              <a:defRPr sz="1950" b="1">
                <a:solidFill>
                  <a:srgbClr val="142B58"/>
                </a:solidFill>
                <a:latin typeface="DejaVu Sans"/>
                <a:ea typeface="DejaVu Sans"/>
                <a:cs typeface="DejaVu Sans"/>
              </a:defRPr>
            </a:lvl1pPr>
            <a:lvl2pPr>
              <a:defRPr sz="1950" b="1">
                <a:solidFill>
                  <a:srgbClr val="142B58"/>
                </a:solidFill>
                <a:latin typeface="DejaVu Sans"/>
                <a:ea typeface="DejaVu Sans"/>
                <a:cs typeface="DejaVu Sans"/>
              </a:defRPr>
            </a:lvl2pPr>
            <a:lvl3pPr>
              <a:defRPr sz="1950" b="1">
                <a:solidFill>
                  <a:srgbClr val="142B58"/>
                </a:solidFill>
                <a:latin typeface="DejaVu Sans"/>
                <a:ea typeface="DejaVu Sans"/>
                <a:cs typeface="DejaVu Sans"/>
              </a:defRPr>
            </a:lvl3pPr>
            <a:lvl4pPr>
              <a:defRPr sz="1950" b="1">
                <a:solidFill>
                  <a:srgbClr val="142B58"/>
                </a:solidFill>
                <a:latin typeface="DejaVu Sans"/>
                <a:ea typeface="DejaVu Sans"/>
                <a:cs typeface="DejaVu Sans"/>
              </a:defRPr>
            </a:lvl4pPr>
            <a:lvl5pPr>
              <a:defRPr sz="1950" b="1">
                <a:solidFill>
                  <a:srgbClr val="142B58"/>
                </a:solidFill>
                <a:latin typeface="DejaVu Sans"/>
                <a:ea typeface="DejaVu Sans"/>
                <a:cs typeface="DejaVu Sans"/>
              </a:defRPr>
            </a:lvl5pPr>
            <a:lvl6pPr>
              <a:defRPr sz="1950" b="1">
                <a:solidFill>
                  <a:srgbClr val="142B58"/>
                </a:solidFill>
                <a:latin typeface="DejaVu Sans"/>
                <a:ea typeface="DejaVu Sans"/>
                <a:cs typeface="DejaVu Sans"/>
              </a:defRPr>
            </a:lvl6pPr>
            <a:lvl7pPr>
              <a:defRPr sz="1950" b="1">
                <a:solidFill>
                  <a:srgbClr val="142B58"/>
                </a:solidFill>
                <a:latin typeface="DejaVu Sans"/>
                <a:ea typeface="DejaVu Sans"/>
                <a:cs typeface="DejaVu Sans"/>
              </a:defRPr>
            </a:lvl7pPr>
            <a:lvl8pPr>
              <a:defRPr sz="1950" b="1">
                <a:solidFill>
                  <a:srgbClr val="142B58"/>
                </a:solidFill>
                <a:latin typeface="DejaVu Sans"/>
                <a:ea typeface="DejaVu Sans"/>
                <a:cs typeface="DejaVu Sans"/>
              </a:defRPr>
            </a:lvl8pPr>
            <a:lvl9pPr>
              <a:defRPr sz="1950" b="1">
                <a:solidFill>
                  <a:srgbClr val="142B58"/>
                </a:solidFill>
                <a:latin typeface="DejaVu Sans"/>
                <a:ea typeface="DejaVu Sans"/>
                <a:cs typeface="DejaVu Sans"/>
              </a:defRPr>
            </a:lvl9pPr>
          </a:lstStyle>
          <a:p xmlns:a="http://schemas.openxmlformats.org/drawingml/2006/main">
            <a:pPr>
              <a:defRPr sz="1950" b="1">
                <a:solidFill>
                  <a:srgbClr val="142B58"/>
                </a:solidFill>
                <a:latin typeface="DejaVu Sans"/>
                <a:ea typeface="DejaVu Sans"/>
                <a:cs typeface="DejaVu Sans"/>
              </a:defRPr>
            </a:pPr>
            <a:r>
              <a:rPr sz="1950" b="1">
                <a:solidFill>
                  <a:srgbClr val="142B58"/>
                </a:solidFill>
                <a:latin typeface="DejaVu Sans"/>
                <a:ea typeface="DejaVu Sans"/>
                <a:cs typeface="DejaVu Sans"/>
              </a:rPr>
              <a:t>Content pages and database design</a:t>
            </a:r>
          </a:p>
        </p:txBody>
      </p:sp>
      <p:sp>
        <p:nvSpPr>
          <p:cNvPr id="7" name="">
            <a:extLst xmlns:a="http://schemas.openxmlformats.org/drawingml/2006/main">
              <a:ext uri="{FF2B5EF4-FFF2-40B4-BE49-F238E27FC236}">
                <a16:creationId xmlns:a16="http://schemas.microsoft.com/office/drawing/2014/main" id="{273C34AF-5422-4F94-B32B-B327E7911F0A}"/>
              </a:ext>
            </a:extLst>
          </p:cNvPr>
          <p:cNvSpPr>
            <a:spLocks xmlns:a="http://schemas.openxmlformats.org/drawingml/2006/main" noGrp="1"/>
          </p:cNvSpPr>
          <p:nvPr/>
        </p:nvSpPr>
        <p:spPr>
          <a:xfrm xmlns:a="http://schemas.openxmlformats.org/drawingml/2006/main">
            <a:off x="2381250" y="2895600"/>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5F6E85"/>
                </a:solidFill>
                <a:latin typeface="DejaVu Sans"/>
                <a:ea typeface="DejaVu Sans"/>
                <a:cs typeface="DejaVu Sans"/>
              </a:defRPr>
            </a:defPPr>
            <a:lvl1pPr>
              <a:defRPr sz="1575" b="0">
                <a:solidFill>
                  <a:srgbClr val="5F6E85"/>
                </a:solidFill>
                <a:latin typeface="DejaVu Sans"/>
                <a:ea typeface="DejaVu Sans"/>
                <a:cs typeface="DejaVu Sans"/>
              </a:defRPr>
            </a:lvl1pPr>
            <a:lvl2pPr>
              <a:defRPr sz="1575" b="0">
                <a:solidFill>
                  <a:srgbClr val="5F6E85"/>
                </a:solidFill>
                <a:latin typeface="DejaVu Sans"/>
                <a:ea typeface="DejaVu Sans"/>
                <a:cs typeface="DejaVu Sans"/>
              </a:defRPr>
            </a:lvl2pPr>
            <a:lvl3pPr>
              <a:defRPr sz="1575" b="0">
                <a:solidFill>
                  <a:srgbClr val="5F6E85"/>
                </a:solidFill>
                <a:latin typeface="DejaVu Sans"/>
                <a:ea typeface="DejaVu Sans"/>
                <a:cs typeface="DejaVu Sans"/>
              </a:defRPr>
            </a:lvl3pPr>
            <a:lvl4pPr>
              <a:defRPr sz="1575" b="0">
                <a:solidFill>
                  <a:srgbClr val="5F6E85"/>
                </a:solidFill>
                <a:latin typeface="DejaVu Sans"/>
                <a:ea typeface="DejaVu Sans"/>
                <a:cs typeface="DejaVu Sans"/>
              </a:defRPr>
            </a:lvl4pPr>
            <a:lvl5pPr>
              <a:defRPr sz="1575" b="0">
                <a:solidFill>
                  <a:srgbClr val="5F6E85"/>
                </a:solidFill>
                <a:latin typeface="DejaVu Sans"/>
                <a:ea typeface="DejaVu Sans"/>
                <a:cs typeface="DejaVu Sans"/>
              </a:defRPr>
            </a:lvl5pPr>
            <a:lvl6pPr>
              <a:defRPr sz="1575" b="0">
                <a:solidFill>
                  <a:srgbClr val="5F6E85"/>
                </a:solidFill>
                <a:latin typeface="DejaVu Sans"/>
                <a:ea typeface="DejaVu Sans"/>
                <a:cs typeface="DejaVu Sans"/>
              </a:defRPr>
            </a:lvl6pPr>
            <a:lvl7pPr>
              <a:defRPr sz="1575" b="0">
                <a:solidFill>
                  <a:srgbClr val="5F6E85"/>
                </a:solidFill>
                <a:latin typeface="DejaVu Sans"/>
                <a:ea typeface="DejaVu Sans"/>
                <a:cs typeface="DejaVu Sans"/>
              </a:defRPr>
            </a:lvl7pPr>
            <a:lvl8pPr>
              <a:defRPr sz="1575" b="0">
                <a:solidFill>
                  <a:srgbClr val="5F6E85"/>
                </a:solidFill>
                <a:latin typeface="DejaVu Sans"/>
                <a:ea typeface="DejaVu Sans"/>
                <a:cs typeface="DejaVu Sans"/>
              </a:defRPr>
            </a:lvl8pPr>
            <a:lvl9pPr>
              <a:defRPr sz="1575" b="0">
                <a:solidFill>
                  <a:srgbClr val="5F6E85"/>
                </a:solidFill>
                <a:latin typeface="DejaVu Sans"/>
                <a:ea typeface="DejaVu Sans"/>
                <a:cs typeface="DejaVu Sans"/>
              </a:defRPr>
            </a:lvl9pPr>
          </a:lstStyle>
          <a:p xmlns:a="http://schemas.openxmlformats.org/drawingml/2006/main">
            <a:pPr>
              <a:defRPr sz="1575" b="0">
                <a:solidFill>
                  <a:srgbClr val="5F6E85"/>
                </a:solidFill>
                <a:latin typeface="DejaVu Sans"/>
                <a:ea typeface="DejaVu Sans"/>
                <a:cs typeface="DejaVu Sans"/>
              </a:defRPr>
            </a:pPr>
            <a:r>
              <a:rPr sz="1575" b="0">
                <a:solidFill>
                  <a:srgbClr val="5F6E85"/>
                </a:solidFill>
                <a:latin typeface="DejaVu Sans"/>
                <a:ea typeface="DejaVu Sans"/>
                <a:cs typeface="DejaVu Sans"/>
              </a:rPr>
              <a:t>Complete page content and define MySQL tables.</a:t>
            </a:r>
          </a:p>
        </p:txBody>
      </p:sp>
      <p:sp>
        <p:nvSpPr>
          <p:cNvPr id="8" name="">
            <a:extLst xmlns:a="http://schemas.openxmlformats.org/drawingml/2006/main">
              <a:ext uri="{FF2B5EF4-FFF2-40B4-BE49-F238E27FC236}">
                <a16:creationId xmlns:a16="http://schemas.microsoft.com/office/drawing/2014/main" id="{17A590CA-7620-4F8B-BF86-346D313976E8}"/>
              </a:ext>
            </a:extLst>
          </p:cNvPr>
          <p:cNvSpPr>
            <a:spLocks xmlns:a="http://schemas.openxmlformats.org/drawingml/2006/main" noGrp="1"/>
          </p:cNvSpPr>
          <p:nvPr/>
        </p:nvSpPr>
        <p:spPr>
          <a:xfrm xmlns:a="http://schemas.openxmlformats.org/drawingml/2006/main">
            <a:off x="666750" y="3438525"/>
            <a:ext cx="152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244B96"/>
                </a:solidFill>
                <a:latin typeface="DejaVu Sans"/>
                <a:ea typeface="DejaVu Sans"/>
                <a:cs typeface="DejaVu Sans"/>
              </a:defRPr>
            </a:defPPr>
            <a:lvl1pPr>
              <a:defRPr sz="1350" b="1">
                <a:solidFill>
                  <a:srgbClr val="244B96"/>
                </a:solidFill>
                <a:latin typeface="DejaVu Sans"/>
                <a:ea typeface="DejaVu Sans"/>
                <a:cs typeface="DejaVu Sans"/>
              </a:defRPr>
            </a:lvl1pPr>
            <a:lvl2pPr>
              <a:defRPr sz="1350" b="1">
                <a:solidFill>
                  <a:srgbClr val="244B96"/>
                </a:solidFill>
                <a:latin typeface="DejaVu Sans"/>
                <a:ea typeface="DejaVu Sans"/>
                <a:cs typeface="DejaVu Sans"/>
              </a:defRPr>
            </a:lvl2pPr>
            <a:lvl3pPr>
              <a:defRPr sz="1350" b="1">
                <a:solidFill>
                  <a:srgbClr val="244B96"/>
                </a:solidFill>
                <a:latin typeface="DejaVu Sans"/>
                <a:ea typeface="DejaVu Sans"/>
                <a:cs typeface="DejaVu Sans"/>
              </a:defRPr>
            </a:lvl3pPr>
            <a:lvl4pPr>
              <a:defRPr sz="1350" b="1">
                <a:solidFill>
                  <a:srgbClr val="244B96"/>
                </a:solidFill>
                <a:latin typeface="DejaVu Sans"/>
                <a:ea typeface="DejaVu Sans"/>
                <a:cs typeface="DejaVu Sans"/>
              </a:defRPr>
            </a:lvl4pPr>
            <a:lvl5pPr>
              <a:defRPr sz="1350" b="1">
                <a:solidFill>
                  <a:srgbClr val="244B96"/>
                </a:solidFill>
                <a:latin typeface="DejaVu Sans"/>
                <a:ea typeface="DejaVu Sans"/>
                <a:cs typeface="DejaVu Sans"/>
              </a:defRPr>
            </a:lvl5pPr>
            <a:lvl6pPr>
              <a:defRPr sz="1350" b="1">
                <a:solidFill>
                  <a:srgbClr val="244B96"/>
                </a:solidFill>
                <a:latin typeface="DejaVu Sans"/>
                <a:ea typeface="DejaVu Sans"/>
                <a:cs typeface="DejaVu Sans"/>
              </a:defRPr>
            </a:lvl6pPr>
            <a:lvl7pPr>
              <a:defRPr sz="1350" b="1">
                <a:solidFill>
                  <a:srgbClr val="244B96"/>
                </a:solidFill>
                <a:latin typeface="DejaVu Sans"/>
                <a:ea typeface="DejaVu Sans"/>
                <a:cs typeface="DejaVu Sans"/>
              </a:defRPr>
            </a:lvl7pPr>
            <a:lvl8pPr>
              <a:defRPr sz="1350" b="1">
                <a:solidFill>
                  <a:srgbClr val="244B96"/>
                </a:solidFill>
                <a:latin typeface="DejaVu Sans"/>
                <a:ea typeface="DejaVu Sans"/>
                <a:cs typeface="DejaVu Sans"/>
              </a:defRPr>
            </a:lvl8pPr>
            <a:lvl9pPr>
              <a:defRPr sz="1350" b="1">
                <a:solidFill>
                  <a:srgbClr val="244B96"/>
                </a:solidFill>
                <a:latin typeface="DejaVu Sans"/>
                <a:ea typeface="DejaVu Sans"/>
                <a:cs typeface="DejaVu Sans"/>
              </a:defRPr>
            </a:lvl9pPr>
          </a:lstStyle>
          <a:p xmlns:a="http://schemas.openxmlformats.org/drawingml/2006/main">
            <a:pPr>
              <a:defRPr sz="1350" b="1">
                <a:solidFill>
                  <a:srgbClr val="244B96"/>
                </a:solidFill>
                <a:latin typeface="DejaVu Sans"/>
                <a:ea typeface="DejaVu Sans"/>
                <a:cs typeface="DejaVu Sans"/>
              </a:defRPr>
            </a:pPr>
            <a:r>
              <a:rPr sz="1350" b="1">
                <a:solidFill>
                  <a:srgbClr val="244B96"/>
                </a:solidFill>
                <a:latin typeface="DejaVu Sans"/>
                <a:ea typeface="DejaVu Sans"/>
                <a:cs typeface="DejaVu Sans"/>
              </a:rPr>
              <a:t>WEEK 02</a:t>
            </a:r>
          </a:p>
        </p:txBody>
      </p:sp>
      <p:sp>
        <p:nvSpPr>
          <p:cNvPr id="9" name="">
            <a:extLst xmlns:a="http://schemas.openxmlformats.org/drawingml/2006/main">
              <a:ext uri="{FF2B5EF4-FFF2-40B4-BE49-F238E27FC236}">
                <a16:creationId xmlns:a16="http://schemas.microsoft.com/office/drawing/2014/main" id="{A21EEDF4-C154-4D6C-B724-9A2442BB2EAC}"/>
              </a:ext>
            </a:extLst>
          </p:cNvPr>
          <p:cNvSpPr>
            <a:spLocks xmlns:a="http://schemas.openxmlformats.org/drawingml/2006/main" noGrp="1"/>
          </p:cNvSpPr>
          <p:nvPr/>
        </p:nvSpPr>
        <p:spPr>
          <a:xfrm xmlns:a="http://schemas.openxmlformats.org/drawingml/2006/main">
            <a:off x="2381250" y="3362325"/>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42B58"/>
                </a:solidFill>
                <a:latin typeface="DejaVu Sans"/>
                <a:ea typeface="DejaVu Sans"/>
                <a:cs typeface="DejaVu Sans"/>
              </a:defRPr>
            </a:defPPr>
            <a:lvl1pPr>
              <a:defRPr sz="1950" b="1">
                <a:solidFill>
                  <a:srgbClr val="142B58"/>
                </a:solidFill>
                <a:latin typeface="DejaVu Sans"/>
                <a:ea typeface="DejaVu Sans"/>
                <a:cs typeface="DejaVu Sans"/>
              </a:defRPr>
            </a:lvl1pPr>
            <a:lvl2pPr>
              <a:defRPr sz="1950" b="1">
                <a:solidFill>
                  <a:srgbClr val="142B58"/>
                </a:solidFill>
                <a:latin typeface="DejaVu Sans"/>
                <a:ea typeface="DejaVu Sans"/>
                <a:cs typeface="DejaVu Sans"/>
              </a:defRPr>
            </a:lvl2pPr>
            <a:lvl3pPr>
              <a:defRPr sz="1950" b="1">
                <a:solidFill>
                  <a:srgbClr val="142B58"/>
                </a:solidFill>
                <a:latin typeface="DejaVu Sans"/>
                <a:ea typeface="DejaVu Sans"/>
                <a:cs typeface="DejaVu Sans"/>
              </a:defRPr>
            </a:lvl3pPr>
            <a:lvl4pPr>
              <a:defRPr sz="1950" b="1">
                <a:solidFill>
                  <a:srgbClr val="142B58"/>
                </a:solidFill>
                <a:latin typeface="DejaVu Sans"/>
                <a:ea typeface="DejaVu Sans"/>
                <a:cs typeface="DejaVu Sans"/>
              </a:defRPr>
            </a:lvl4pPr>
            <a:lvl5pPr>
              <a:defRPr sz="1950" b="1">
                <a:solidFill>
                  <a:srgbClr val="142B58"/>
                </a:solidFill>
                <a:latin typeface="DejaVu Sans"/>
                <a:ea typeface="DejaVu Sans"/>
                <a:cs typeface="DejaVu Sans"/>
              </a:defRPr>
            </a:lvl5pPr>
            <a:lvl6pPr>
              <a:defRPr sz="1950" b="1">
                <a:solidFill>
                  <a:srgbClr val="142B58"/>
                </a:solidFill>
                <a:latin typeface="DejaVu Sans"/>
                <a:ea typeface="DejaVu Sans"/>
                <a:cs typeface="DejaVu Sans"/>
              </a:defRPr>
            </a:lvl6pPr>
            <a:lvl7pPr>
              <a:defRPr sz="1950" b="1">
                <a:solidFill>
                  <a:srgbClr val="142B58"/>
                </a:solidFill>
                <a:latin typeface="DejaVu Sans"/>
                <a:ea typeface="DejaVu Sans"/>
                <a:cs typeface="DejaVu Sans"/>
              </a:defRPr>
            </a:lvl7pPr>
            <a:lvl8pPr>
              <a:defRPr sz="1950" b="1">
                <a:solidFill>
                  <a:srgbClr val="142B58"/>
                </a:solidFill>
                <a:latin typeface="DejaVu Sans"/>
                <a:ea typeface="DejaVu Sans"/>
                <a:cs typeface="DejaVu Sans"/>
              </a:defRPr>
            </a:lvl8pPr>
            <a:lvl9pPr>
              <a:defRPr sz="1950" b="1">
                <a:solidFill>
                  <a:srgbClr val="142B58"/>
                </a:solidFill>
                <a:latin typeface="DejaVu Sans"/>
                <a:ea typeface="DejaVu Sans"/>
                <a:cs typeface="DejaVu Sans"/>
              </a:defRPr>
            </a:lvl9pPr>
          </a:lstStyle>
          <a:p xmlns:a="http://schemas.openxmlformats.org/drawingml/2006/main">
            <a:pPr>
              <a:defRPr sz="1950" b="1">
                <a:solidFill>
                  <a:srgbClr val="142B58"/>
                </a:solidFill>
                <a:latin typeface="DejaVu Sans"/>
                <a:ea typeface="DejaVu Sans"/>
                <a:cs typeface="DejaVu Sans"/>
              </a:defRPr>
            </a:pPr>
            <a:r>
              <a:rPr sz="1950" b="1">
                <a:solidFill>
                  <a:srgbClr val="142B58"/>
                </a:solidFill>
                <a:latin typeface="DejaVu Sans"/>
                <a:ea typeface="DejaVu Sans"/>
                <a:cs typeface="DejaVu Sans"/>
              </a:rPr>
              <a:t>Backend connection and login</a:t>
            </a:r>
          </a:p>
        </p:txBody>
      </p:sp>
      <p:sp>
        <p:nvSpPr>
          <p:cNvPr id="10" name="">
            <a:extLst xmlns:a="http://schemas.openxmlformats.org/drawingml/2006/main">
              <a:ext uri="{FF2B5EF4-FFF2-40B4-BE49-F238E27FC236}">
                <a16:creationId xmlns:a16="http://schemas.microsoft.com/office/drawing/2014/main" id="{A7439FD9-7267-4FDF-B959-0050F6726C23}"/>
              </a:ext>
            </a:extLst>
          </p:cNvPr>
          <p:cNvSpPr>
            <a:spLocks xmlns:a="http://schemas.openxmlformats.org/drawingml/2006/main" noGrp="1"/>
          </p:cNvSpPr>
          <p:nvPr/>
        </p:nvSpPr>
        <p:spPr>
          <a:xfrm xmlns:a="http://schemas.openxmlformats.org/drawingml/2006/main">
            <a:off x="2381250" y="3762375"/>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5F6E85"/>
                </a:solidFill>
                <a:latin typeface="DejaVu Sans"/>
                <a:ea typeface="DejaVu Sans"/>
                <a:cs typeface="DejaVu Sans"/>
              </a:defRPr>
            </a:defPPr>
            <a:lvl1pPr>
              <a:defRPr sz="1575" b="0">
                <a:solidFill>
                  <a:srgbClr val="5F6E85"/>
                </a:solidFill>
                <a:latin typeface="DejaVu Sans"/>
                <a:ea typeface="DejaVu Sans"/>
                <a:cs typeface="DejaVu Sans"/>
              </a:defRPr>
            </a:lvl1pPr>
            <a:lvl2pPr>
              <a:defRPr sz="1575" b="0">
                <a:solidFill>
                  <a:srgbClr val="5F6E85"/>
                </a:solidFill>
                <a:latin typeface="DejaVu Sans"/>
                <a:ea typeface="DejaVu Sans"/>
                <a:cs typeface="DejaVu Sans"/>
              </a:defRPr>
            </a:lvl2pPr>
            <a:lvl3pPr>
              <a:defRPr sz="1575" b="0">
                <a:solidFill>
                  <a:srgbClr val="5F6E85"/>
                </a:solidFill>
                <a:latin typeface="DejaVu Sans"/>
                <a:ea typeface="DejaVu Sans"/>
                <a:cs typeface="DejaVu Sans"/>
              </a:defRPr>
            </a:lvl3pPr>
            <a:lvl4pPr>
              <a:defRPr sz="1575" b="0">
                <a:solidFill>
                  <a:srgbClr val="5F6E85"/>
                </a:solidFill>
                <a:latin typeface="DejaVu Sans"/>
                <a:ea typeface="DejaVu Sans"/>
                <a:cs typeface="DejaVu Sans"/>
              </a:defRPr>
            </a:lvl4pPr>
            <a:lvl5pPr>
              <a:defRPr sz="1575" b="0">
                <a:solidFill>
                  <a:srgbClr val="5F6E85"/>
                </a:solidFill>
                <a:latin typeface="DejaVu Sans"/>
                <a:ea typeface="DejaVu Sans"/>
                <a:cs typeface="DejaVu Sans"/>
              </a:defRPr>
            </a:lvl5pPr>
            <a:lvl6pPr>
              <a:defRPr sz="1575" b="0">
                <a:solidFill>
                  <a:srgbClr val="5F6E85"/>
                </a:solidFill>
                <a:latin typeface="DejaVu Sans"/>
                <a:ea typeface="DejaVu Sans"/>
                <a:cs typeface="DejaVu Sans"/>
              </a:defRPr>
            </a:lvl6pPr>
            <a:lvl7pPr>
              <a:defRPr sz="1575" b="0">
                <a:solidFill>
                  <a:srgbClr val="5F6E85"/>
                </a:solidFill>
                <a:latin typeface="DejaVu Sans"/>
                <a:ea typeface="DejaVu Sans"/>
                <a:cs typeface="DejaVu Sans"/>
              </a:defRPr>
            </a:lvl7pPr>
            <a:lvl8pPr>
              <a:defRPr sz="1575" b="0">
                <a:solidFill>
                  <a:srgbClr val="5F6E85"/>
                </a:solidFill>
                <a:latin typeface="DejaVu Sans"/>
                <a:ea typeface="DejaVu Sans"/>
                <a:cs typeface="DejaVu Sans"/>
              </a:defRPr>
            </a:lvl8pPr>
            <a:lvl9pPr>
              <a:defRPr sz="1575" b="0">
                <a:solidFill>
                  <a:srgbClr val="5F6E85"/>
                </a:solidFill>
                <a:latin typeface="DejaVu Sans"/>
                <a:ea typeface="DejaVu Sans"/>
                <a:cs typeface="DejaVu Sans"/>
              </a:defRPr>
            </a:lvl9pPr>
          </a:lstStyle>
          <a:p xmlns:a="http://schemas.openxmlformats.org/drawingml/2006/main">
            <a:pPr>
              <a:defRPr sz="1575" b="0">
                <a:solidFill>
                  <a:srgbClr val="5F6E85"/>
                </a:solidFill>
                <a:latin typeface="DejaVu Sans"/>
                <a:ea typeface="DejaVu Sans"/>
                <a:cs typeface="DejaVu Sans"/>
              </a:defRPr>
            </a:pPr>
            <a:r>
              <a:rPr sz="1575" b="0">
                <a:solidFill>
                  <a:srgbClr val="5F6E85"/>
                </a:solidFill>
                <a:latin typeface="DejaVu Sans"/>
                <a:ea typeface="DejaVu Sans"/>
                <a:cs typeface="DejaVu Sans"/>
              </a:rPr>
              <a:t>Connect PHP to MySQL and build administrator login.</a:t>
            </a:r>
          </a:p>
        </p:txBody>
      </p:sp>
      <p:sp>
        <p:nvSpPr>
          <p:cNvPr id="11" name="">
            <a:extLst xmlns:a="http://schemas.openxmlformats.org/drawingml/2006/main">
              <a:ext uri="{FF2B5EF4-FFF2-40B4-BE49-F238E27FC236}">
                <a16:creationId xmlns:a16="http://schemas.microsoft.com/office/drawing/2014/main" id="{B746E6F6-0CCE-4C2B-8E61-836ECF8952AC}"/>
              </a:ext>
            </a:extLst>
          </p:cNvPr>
          <p:cNvSpPr>
            <a:spLocks xmlns:a="http://schemas.openxmlformats.org/drawingml/2006/main" noGrp="1"/>
          </p:cNvSpPr>
          <p:nvPr/>
        </p:nvSpPr>
        <p:spPr>
          <a:xfrm xmlns:a="http://schemas.openxmlformats.org/drawingml/2006/main">
            <a:off x="666750" y="4305300"/>
            <a:ext cx="152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244B96"/>
                </a:solidFill>
                <a:latin typeface="DejaVu Sans"/>
                <a:ea typeface="DejaVu Sans"/>
                <a:cs typeface="DejaVu Sans"/>
              </a:defRPr>
            </a:defPPr>
            <a:lvl1pPr>
              <a:defRPr sz="1350" b="1">
                <a:solidFill>
                  <a:srgbClr val="244B96"/>
                </a:solidFill>
                <a:latin typeface="DejaVu Sans"/>
                <a:ea typeface="DejaVu Sans"/>
                <a:cs typeface="DejaVu Sans"/>
              </a:defRPr>
            </a:lvl1pPr>
            <a:lvl2pPr>
              <a:defRPr sz="1350" b="1">
                <a:solidFill>
                  <a:srgbClr val="244B96"/>
                </a:solidFill>
                <a:latin typeface="DejaVu Sans"/>
                <a:ea typeface="DejaVu Sans"/>
                <a:cs typeface="DejaVu Sans"/>
              </a:defRPr>
            </a:lvl2pPr>
            <a:lvl3pPr>
              <a:defRPr sz="1350" b="1">
                <a:solidFill>
                  <a:srgbClr val="244B96"/>
                </a:solidFill>
                <a:latin typeface="DejaVu Sans"/>
                <a:ea typeface="DejaVu Sans"/>
                <a:cs typeface="DejaVu Sans"/>
              </a:defRPr>
            </a:lvl3pPr>
            <a:lvl4pPr>
              <a:defRPr sz="1350" b="1">
                <a:solidFill>
                  <a:srgbClr val="244B96"/>
                </a:solidFill>
                <a:latin typeface="DejaVu Sans"/>
                <a:ea typeface="DejaVu Sans"/>
                <a:cs typeface="DejaVu Sans"/>
              </a:defRPr>
            </a:lvl4pPr>
            <a:lvl5pPr>
              <a:defRPr sz="1350" b="1">
                <a:solidFill>
                  <a:srgbClr val="244B96"/>
                </a:solidFill>
                <a:latin typeface="DejaVu Sans"/>
                <a:ea typeface="DejaVu Sans"/>
                <a:cs typeface="DejaVu Sans"/>
              </a:defRPr>
            </a:lvl5pPr>
            <a:lvl6pPr>
              <a:defRPr sz="1350" b="1">
                <a:solidFill>
                  <a:srgbClr val="244B96"/>
                </a:solidFill>
                <a:latin typeface="DejaVu Sans"/>
                <a:ea typeface="DejaVu Sans"/>
                <a:cs typeface="DejaVu Sans"/>
              </a:defRPr>
            </a:lvl6pPr>
            <a:lvl7pPr>
              <a:defRPr sz="1350" b="1">
                <a:solidFill>
                  <a:srgbClr val="244B96"/>
                </a:solidFill>
                <a:latin typeface="DejaVu Sans"/>
                <a:ea typeface="DejaVu Sans"/>
                <a:cs typeface="DejaVu Sans"/>
              </a:defRPr>
            </a:lvl7pPr>
            <a:lvl8pPr>
              <a:defRPr sz="1350" b="1">
                <a:solidFill>
                  <a:srgbClr val="244B96"/>
                </a:solidFill>
                <a:latin typeface="DejaVu Sans"/>
                <a:ea typeface="DejaVu Sans"/>
                <a:cs typeface="DejaVu Sans"/>
              </a:defRPr>
            </a:lvl8pPr>
            <a:lvl9pPr>
              <a:defRPr sz="1350" b="1">
                <a:solidFill>
                  <a:srgbClr val="244B96"/>
                </a:solidFill>
                <a:latin typeface="DejaVu Sans"/>
                <a:ea typeface="DejaVu Sans"/>
                <a:cs typeface="DejaVu Sans"/>
              </a:defRPr>
            </a:lvl9pPr>
          </a:lstStyle>
          <a:p xmlns:a="http://schemas.openxmlformats.org/drawingml/2006/main">
            <a:pPr>
              <a:defRPr sz="1350" b="1">
                <a:solidFill>
                  <a:srgbClr val="244B96"/>
                </a:solidFill>
                <a:latin typeface="DejaVu Sans"/>
                <a:ea typeface="DejaVu Sans"/>
                <a:cs typeface="DejaVu Sans"/>
              </a:defRPr>
            </a:pPr>
            <a:r>
              <a:rPr sz="1350" b="1">
                <a:solidFill>
                  <a:srgbClr val="244B96"/>
                </a:solidFill>
                <a:latin typeface="DejaVu Sans"/>
                <a:ea typeface="DejaVu Sans"/>
                <a:cs typeface="DejaVu Sans"/>
              </a:rPr>
              <a:t>WEEK 03</a:t>
            </a:r>
          </a:p>
        </p:txBody>
      </p:sp>
      <p:sp>
        <p:nvSpPr>
          <p:cNvPr id="12" name="">
            <a:extLst xmlns:a="http://schemas.openxmlformats.org/drawingml/2006/main">
              <a:ext uri="{FF2B5EF4-FFF2-40B4-BE49-F238E27FC236}">
                <a16:creationId xmlns:a16="http://schemas.microsoft.com/office/drawing/2014/main" id="{11C5ABF1-DC71-4B1C-982D-875DA87F4A1F}"/>
              </a:ext>
            </a:extLst>
          </p:cNvPr>
          <p:cNvSpPr>
            <a:spLocks xmlns:a="http://schemas.openxmlformats.org/drawingml/2006/main" noGrp="1"/>
          </p:cNvSpPr>
          <p:nvPr/>
        </p:nvSpPr>
        <p:spPr>
          <a:xfrm xmlns:a="http://schemas.openxmlformats.org/drawingml/2006/main">
            <a:off x="2381250" y="4229100"/>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42B58"/>
                </a:solidFill>
                <a:latin typeface="DejaVu Sans"/>
                <a:ea typeface="DejaVu Sans"/>
                <a:cs typeface="DejaVu Sans"/>
              </a:defRPr>
            </a:defPPr>
            <a:lvl1pPr>
              <a:defRPr sz="1950" b="1">
                <a:solidFill>
                  <a:srgbClr val="142B58"/>
                </a:solidFill>
                <a:latin typeface="DejaVu Sans"/>
                <a:ea typeface="DejaVu Sans"/>
                <a:cs typeface="DejaVu Sans"/>
              </a:defRPr>
            </a:lvl1pPr>
            <a:lvl2pPr>
              <a:defRPr sz="1950" b="1">
                <a:solidFill>
                  <a:srgbClr val="142B58"/>
                </a:solidFill>
                <a:latin typeface="DejaVu Sans"/>
                <a:ea typeface="DejaVu Sans"/>
                <a:cs typeface="DejaVu Sans"/>
              </a:defRPr>
            </a:lvl2pPr>
            <a:lvl3pPr>
              <a:defRPr sz="1950" b="1">
                <a:solidFill>
                  <a:srgbClr val="142B58"/>
                </a:solidFill>
                <a:latin typeface="DejaVu Sans"/>
                <a:ea typeface="DejaVu Sans"/>
                <a:cs typeface="DejaVu Sans"/>
              </a:defRPr>
            </a:lvl3pPr>
            <a:lvl4pPr>
              <a:defRPr sz="1950" b="1">
                <a:solidFill>
                  <a:srgbClr val="142B58"/>
                </a:solidFill>
                <a:latin typeface="DejaVu Sans"/>
                <a:ea typeface="DejaVu Sans"/>
                <a:cs typeface="DejaVu Sans"/>
              </a:defRPr>
            </a:lvl4pPr>
            <a:lvl5pPr>
              <a:defRPr sz="1950" b="1">
                <a:solidFill>
                  <a:srgbClr val="142B58"/>
                </a:solidFill>
                <a:latin typeface="DejaVu Sans"/>
                <a:ea typeface="DejaVu Sans"/>
                <a:cs typeface="DejaVu Sans"/>
              </a:defRPr>
            </a:lvl5pPr>
            <a:lvl6pPr>
              <a:defRPr sz="1950" b="1">
                <a:solidFill>
                  <a:srgbClr val="142B58"/>
                </a:solidFill>
                <a:latin typeface="DejaVu Sans"/>
                <a:ea typeface="DejaVu Sans"/>
                <a:cs typeface="DejaVu Sans"/>
              </a:defRPr>
            </a:lvl6pPr>
            <a:lvl7pPr>
              <a:defRPr sz="1950" b="1">
                <a:solidFill>
                  <a:srgbClr val="142B58"/>
                </a:solidFill>
                <a:latin typeface="DejaVu Sans"/>
                <a:ea typeface="DejaVu Sans"/>
                <a:cs typeface="DejaVu Sans"/>
              </a:defRPr>
            </a:lvl7pPr>
            <a:lvl8pPr>
              <a:defRPr sz="1950" b="1">
                <a:solidFill>
                  <a:srgbClr val="142B58"/>
                </a:solidFill>
                <a:latin typeface="DejaVu Sans"/>
                <a:ea typeface="DejaVu Sans"/>
                <a:cs typeface="DejaVu Sans"/>
              </a:defRPr>
            </a:lvl8pPr>
            <a:lvl9pPr>
              <a:defRPr sz="1950" b="1">
                <a:solidFill>
                  <a:srgbClr val="142B58"/>
                </a:solidFill>
                <a:latin typeface="DejaVu Sans"/>
                <a:ea typeface="DejaVu Sans"/>
                <a:cs typeface="DejaVu Sans"/>
              </a:defRPr>
            </a:lvl9pPr>
          </a:lstStyle>
          <a:p xmlns:a="http://schemas.openxmlformats.org/drawingml/2006/main">
            <a:pPr>
              <a:defRPr sz="1950" b="1">
                <a:solidFill>
                  <a:srgbClr val="142B58"/>
                </a:solidFill>
                <a:latin typeface="DejaVu Sans"/>
                <a:ea typeface="DejaVu Sans"/>
                <a:cs typeface="DejaVu Sans"/>
              </a:defRPr>
            </a:pPr>
            <a:r>
              <a:rPr sz="1950" b="1">
                <a:solidFill>
                  <a:srgbClr val="142B58"/>
                </a:solidFill>
                <a:latin typeface="DejaVu Sans"/>
                <a:ea typeface="DejaVu Sans"/>
                <a:cs typeface="DejaVu Sans"/>
              </a:rPr>
              <a:t>Dynamic content management</a:t>
            </a:r>
          </a:p>
        </p:txBody>
      </p:sp>
      <p:sp>
        <p:nvSpPr>
          <p:cNvPr id="13" name="">
            <a:extLst xmlns:a="http://schemas.openxmlformats.org/drawingml/2006/main">
              <a:ext uri="{FF2B5EF4-FFF2-40B4-BE49-F238E27FC236}">
                <a16:creationId xmlns:a16="http://schemas.microsoft.com/office/drawing/2014/main" id="{EF7443C6-BAE7-49B6-8BF4-C4CA7BCE97D2}"/>
              </a:ext>
            </a:extLst>
          </p:cNvPr>
          <p:cNvSpPr>
            <a:spLocks xmlns:a="http://schemas.openxmlformats.org/drawingml/2006/main" noGrp="1"/>
          </p:cNvSpPr>
          <p:nvPr/>
        </p:nvSpPr>
        <p:spPr>
          <a:xfrm xmlns:a="http://schemas.openxmlformats.org/drawingml/2006/main">
            <a:off x="2381250" y="4629150"/>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5F6E85"/>
                </a:solidFill>
                <a:latin typeface="DejaVu Sans"/>
                <a:ea typeface="DejaVu Sans"/>
                <a:cs typeface="DejaVu Sans"/>
              </a:defRPr>
            </a:defPPr>
            <a:lvl1pPr>
              <a:defRPr sz="1575" b="0">
                <a:solidFill>
                  <a:srgbClr val="5F6E85"/>
                </a:solidFill>
                <a:latin typeface="DejaVu Sans"/>
                <a:ea typeface="DejaVu Sans"/>
                <a:cs typeface="DejaVu Sans"/>
              </a:defRPr>
            </a:lvl1pPr>
            <a:lvl2pPr>
              <a:defRPr sz="1575" b="0">
                <a:solidFill>
                  <a:srgbClr val="5F6E85"/>
                </a:solidFill>
                <a:latin typeface="DejaVu Sans"/>
                <a:ea typeface="DejaVu Sans"/>
                <a:cs typeface="DejaVu Sans"/>
              </a:defRPr>
            </a:lvl2pPr>
            <a:lvl3pPr>
              <a:defRPr sz="1575" b="0">
                <a:solidFill>
                  <a:srgbClr val="5F6E85"/>
                </a:solidFill>
                <a:latin typeface="DejaVu Sans"/>
                <a:ea typeface="DejaVu Sans"/>
                <a:cs typeface="DejaVu Sans"/>
              </a:defRPr>
            </a:lvl3pPr>
            <a:lvl4pPr>
              <a:defRPr sz="1575" b="0">
                <a:solidFill>
                  <a:srgbClr val="5F6E85"/>
                </a:solidFill>
                <a:latin typeface="DejaVu Sans"/>
                <a:ea typeface="DejaVu Sans"/>
                <a:cs typeface="DejaVu Sans"/>
              </a:defRPr>
            </a:lvl4pPr>
            <a:lvl5pPr>
              <a:defRPr sz="1575" b="0">
                <a:solidFill>
                  <a:srgbClr val="5F6E85"/>
                </a:solidFill>
                <a:latin typeface="DejaVu Sans"/>
                <a:ea typeface="DejaVu Sans"/>
                <a:cs typeface="DejaVu Sans"/>
              </a:defRPr>
            </a:lvl5pPr>
            <a:lvl6pPr>
              <a:defRPr sz="1575" b="0">
                <a:solidFill>
                  <a:srgbClr val="5F6E85"/>
                </a:solidFill>
                <a:latin typeface="DejaVu Sans"/>
                <a:ea typeface="DejaVu Sans"/>
                <a:cs typeface="DejaVu Sans"/>
              </a:defRPr>
            </a:lvl6pPr>
            <a:lvl7pPr>
              <a:defRPr sz="1575" b="0">
                <a:solidFill>
                  <a:srgbClr val="5F6E85"/>
                </a:solidFill>
                <a:latin typeface="DejaVu Sans"/>
                <a:ea typeface="DejaVu Sans"/>
                <a:cs typeface="DejaVu Sans"/>
              </a:defRPr>
            </a:lvl7pPr>
            <a:lvl8pPr>
              <a:defRPr sz="1575" b="0">
                <a:solidFill>
                  <a:srgbClr val="5F6E85"/>
                </a:solidFill>
                <a:latin typeface="DejaVu Sans"/>
                <a:ea typeface="DejaVu Sans"/>
                <a:cs typeface="DejaVu Sans"/>
              </a:defRPr>
            </a:lvl8pPr>
            <a:lvl9pPr>
              <a:defRPr sz="1575" b="0">
                <a:solidFill>
                  <a:srgbClr val="5F6E85"/>
                </a:solidFill>
                <a:latin typeface="DejaVu Sans"/>
                <a:ea typeface="DejaVu Sans"/>
                <a:cs typeface="DejaVu Sans"/>
              </a:defRPr>
            </a:lvl9pPr>
          </a:lstStyle>
          <a:p xmlns:a="http://schemas.openxmlformats.org/drawingml/2006/main">
            <a:pPr>
              <a:defRPr sz="1575" b="0">
                <a:solidFill>
                  <a:srgbClr val="5F6E85"/>
                </a:solidFill>
                <a:latin typeface="DejaVu Sans"/>
                <a:ea typeface="DejaVu Sans"/>
                <a:cs typeface="DejaVu Sans"/>
              </a:defRPr>
            </a:pPr>
            <a:r>
              <a:rPr sz="1575" b="0">
                <a:solidFill>
                  <a:srgbClr val="5F6E85"/>
                </a:solidFill>
                <a:latin typeface="DejaVu Sans"/>
                <a:ea typeface="DejaVu Sans"/>
                <a:cs typeface="DejaVu Sans"/>
              </a:rPr>
              <a:t>Add content editing, search and enquiry storage.</a:t>
            </a:r>
          </a:p>
        </p:txBody>
      </p:sp>
      <p:sp>
        <p:nvSpPr>
          <p:cNvPr id="14" name="">
            <a:extLst xmlns:a="http://schemas.openxmlformats.org/drawingml/2006/main">
              <a:ext uri="{FF2B5EF4-FFF2-40B4-BE49-F238E27FC236}">
                <a16:creationId xmlns:a16="http://schemas.microsoft.com/office/drawing/2014/main" id="{280CF065-6010-4EB9-B32D-6E25D66BEB05}"/>
              </a:ext>
            </a:extLst>
          </p:cNvPr>
          <p:cNvSpPr>
            <a:spLocks xmlns:a="http://schemas.openxmlformats.org/drawingml/2006/main" noGrp="1"/>
          </p:cNvSpPr>
          <p:nvPr/>
        </p:nvSpPr>
        <p:spPr>
          <a:xfrm xmlns:a="http://schemas.openxmlformats.org/drawingml/2006/main">
            <a:off x="666750" y="5172075"/>
            <a:ext cx="152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244B96"/>
                </a:solidFill>
                <a:latin typeface="DejaVu Sans"/>
                <a:ea typeface="DejaVu Sans"/>
                <a:cs typeface="DejaVu Sans"/>
              </a:defRPr>
            </a:defPPr>
            <a:lvl1pPr>
              <a:defRPr sz="1350" b="1">
                <a:solidFill>
                  <a:srgbClr val="244B96"/>
                </a:solidFill>
                <a:latin typeface="DejaVu Sans"/>
                <a:ea typeface="DejaVu Sans"/>
                <a:cs typeface="DejaVu Sans"/>
              </a:defRPr>
            </a:lvl1pPr>
            <a:lvl2pPr>
              <a:defRPr sz="1350" b="1">
                <a:solidFill>
                  <a:srgbClr val="244B96"/>
                </a:solidFill>
                <a:latin typeface="DejaVu Sans"/>
                <a:ea typeface="DejaVu Sans"/>
                <a:cs typeface="DejaVu Sans"/>
              </a:defRPr>
            </a:lvl2pPr>
            <a:lvl3pPr>
              <a:defRPr sz="1350" b="1">
                <a:solidFill>
                  <a:srgbClr val="244B96"/>
                </a:solidFill>
                <a:latin typeface="DejaVu Sans"/>
                <a:ea typeface="DejaVu Sans"/>
                <a:cs typeface="DejaVu Sans"/>
              </a:defRPr>
            </a:lvl3pPr>
            <a:lvl4pPr>
              <a:defRPr sz="1350" b="1">
                <a:solidFill>
                  <a:srgbClr val="244B96"/>
                </a:solidFill>
                <a:latin typeface="DejaVu Sans"/>
                <a:ea typeface="DejaVu Sans"/>
                <a:cs typeface="DejaVu Sans"/>
              </a:defRPr>
            </a:lvl4pPr>
            <a:lvl5pPr>
              <a:defRPr sz="1350" b="1">
                <a:solidFill>
                  <a:srgbClr val="244B96"/>
                </a:solidFill>
                <a:latin typeface="DejaVu Sans"/>
                <a:ea typeface="DejaVu Sans"/>
                <a:cs typeface="DejaVu Sans"/>
              </a:defRPr>
            </a:lvl5pPr>
            <a:lvl6pPr>
              <a:defRPr sz="1350" b="1">
                <a:solidFill>
                  <a:srgbClr val="244B96"/>
                </a:solidFill>
                <a:latin typeface="DejaVu Sans"/>
                <a:ea typeface="DejaVu Sans"/>
                <a:cs typeface="DejaVu Sans"/>
              </a:defRPr>
            </a:lvl6pPr>
            <a:lvl7pPr>
              <a:defRPr sz="1350" b="1">
                <a:solidFill>
                  <a:srgbClr val="244B96"/>
                </a:solidFill>
                <a:latin typeface="DejaVu Sans"/>
                <a:ea typeface="DejaVu Sans"/>
                <a:cs typeface="DejaVu Sans"/>
              </a:defRPr>
            </a:lvl7pPr>
            <a:lvl8pPr>
              <a:defRPr sz="1350" b="1">
                <a:solidFill>
                  <a:srgbClr val="244B96"/>
                </a:solidFill>
                <a:latin typeface="DejaVu Sans"/>
                <a:ea typeface="DejaVu Sans"/>
                <a:cs typeface="DejaVu Sans"/>
              </a:defRPr>
            </a:lvl8pPr>
            <a:lvl9pPr>
              <a:defRPr sz="1350" b="1">
                <a:solidFill>
                  <a:srgbClr val="244B96"/>
                </a:solidFill>
                <a:latin typeface="DejaVu Sans"/>
                <a:ea typeface="DejaVu Sans"/>
                <a:cs typeface="DejaVu Sans"/>
              </a:defRPr>
            </a:lvl9pPr>
          </a:lstStyle>
          <a:p xmlns:a="http://schemas.openxmlformats.org/drawingml/2006/main">
            <a:pPr>
              <a:defRPr sz="1350" b="1">
                <a:solidFill>
                  <a:srgbClr val="244B96"/>
                </a:solidFill>
                <a:latin typeface="DejaVu Sans"/>
                <a:ea typeface="DejaVu Sans"/>
                <a:cs typeface="DejaVu Sans"/>
              </a:defRPr>
            </a:pPr>
            <a:r>
              <a:rPr sz="1350" b="1">
                <a:solidFill>
                  <a:srgbClr val="244B96"/>
                </a:solidFill>
                <a:latin typeface="DejaVu Sans"/>
                <a:ea typeface="DejaVu Sans"/>
                <a:cs typeface="DejaVu Sans"/>
              </a:rPr>
              <a:t>WEEK 04</a:t>
            </a:r>
          </a:p>
        </p:txBody>
      </p:sp>
      <p:sp>
        <p:nvSpPr>
          <p:cNvPr id="15" name="">
            <a:extLst xmlns:a="http://schemas.openxmlformats.org/drawingml/2006/main">
              <a:ext uri="{FF2B5EF4-FFF2-40B4-BE49-F238E27FC236}">
                <a16:creationId xmlns:a16="http://schemas.microsoft.com/office/drawing/2014/main" id="{7022E3D9-76F9-4927-BB8E-9048F3F3CD3E}"/>
              </a:ext>
            </a:extLst>
          </p:cNvPr>
          <p:cNvSpPr>
            <a:spLocks xmlns:a="http://schemas.openxmlformats.org/drawingml/2006/main" noGrp="1"/>
          </p:cNvSpPr>
          <p:nvPr/>
        </p:nvSpPr>
        <p:spPr>
          <a:xfrm xmlns:a="http://schemas.openxmlformats.org/drawingml/2006/main">
            <a:off x="2381250" y="5095875"/>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42B58"/>
                </a:solidFill>
                <a:latin typeface="DejaVu Sans"/>
                <a:ea typeface="DejaVu Sans"/>
                <a:cs typeface="DejaVu Sans"/>
              </a:defRPr>
            </a:defPPr>
            <a:lvl1pPr>
              <a:defRPr sz="1950" b="1">
                <a:solidFill>
                  <a:srgbClr val="142B58"/>
                </a:solidFill>
                <a:latin typeface="DejaVu Sans"/>
                <a:ea typeface="DejaVu Sans"/>
                <a:cs typeface="DejaVu Sans"/>
              </a:defRPr>
            </a:lvl1pPr>
            <a:lvl2pPr>
              <a:defRPr sz="1950" b="1">
                <a:solidFill>
                  <a:srgbClr val="142B58"/>
                </a:solidFill>
                <a:latin typeface="DejaVu Sans"/>
                <a:ea typeface="DejaVu Sans"/>
                <a:cs typeface="DejaVu Sans"/>
              </a:defRPr>
            </a:lvl2pPr>
            <a:lvl3pPr>
              <a:defRPr sz="1950" b="1">
                <a:solidFill>
                  <a:srgbClr val="142B58"/>
                </a:solidFill>
                <a:latin typeface="DejaVu Sans"/>
                <a:ea typeface="DejaVu Sans"/>
                <a:cs typeface="DejaVu Sans"/>
              </a:defRPr>
            </a:lvl3pPr>
            <a:lvl4pPr>
              <a:defRPr sz="1950" b="1">
                <a:solidFill>
                  <a:srgbClr val="142B58"/>
                </a:solidFill>
                <a:latin typeface="DejaVu Sans"/>
                <a:ea typeface="DejaVu Sans"/>
                <a:cs typeface="DejaVu Sans"/>
              </a:defRPr>
            </a:lvl4pPr>
            <a:lvl5pPr>
              <a:defRPr sz="1950" b="1">
                <a:solidFill>
                  <a:srgbClr val="142B58"/>
                </a:solidFill>
                <a:latin typeface="DejaVu Sans"/>
                <a:ea typeface="DejaVu Sans"/>
                <a:cs typeface="DejaVu Sans"/>
              </a:defRPr>
            </a:lvl5pPr>
            <a:lvl6pPr>
              <a:defRPr sz="1950" b="1">
                <a:solidFill>
                  <a:srgbClr val="142B58"/>
                </a:solidFill>
                <a:latin typeface="DejaVu Sans"/>
                <a:ea typeface="DejaVu Sans"/>
                <a:cs typeface="DejaVu Sans"/>
              </a:defRPr>
            </a:lvl6pPr>
            <a:lvl7pPr>
              <a:defRPr sz="1950" b="1">
                <a:solidFill>
                  <a:srgbClr val="142B58"/>
                </a:solidFill>
                <a:latin typeface="DejaVu Sans"/>
                <a:ea typeface="DejaVu Sans"/>
                <a:cs typeface="DejaVu Sans"/>
              </a:defRPr>
            </a:lvl7pPr>
            <a:lvl8pPr>
              <a:defRPr sz="1950" b="1">
                <a:solidFill>
                  <a:srgbClr val="142B58"/>
                </a:solidFill>
                <a:latin typeface="DejaVu Sans"/>
                <a:ea typeface="DejaVu Sans"/>
                <a:cs typeface="DejaVu Sans"/>
              </a:defRPr>
            </a:lvl8pPr>
            <a:lvl9pPr>
              <a:defRPr sz="1950" b="1">
                <a:solidFill>
                  <a:srgbClr val="142B58"/>
                </a:solidFill>
                <a:latin typeface="DejaVu Sans"/>
                <a:ea typeface="DejaVu Sans"/>
                <a:cs typeface="DejaVu Sans"/>
              </a:defRPr>
            </a:lvl9pPr>
          </a:lstStyle>
          <a:p xmlns:a="http://schemas.openxmlformats.org/drawingml/2006/main">
            <a:pPr>
              <a:defRPr sz="1950" b="1">
                <a:solidFill>
                  <a:srgbClr val="142B58"/>
                </a:solidFill>
                <a:latin typeface="DejaVu Sans"/>
                <a:ea typeface="DejaVu Sans"/>
                <a:cs typeface="DejaVu Sans"/>
              </a:defRPr>
            </a:pPr>
            <a:r>
              <a:rPr sz="1950" b="1">
                <a:solidFill>
                  <a:srgbClr val="142B58"/>
                </a:solidFill>
                <a:latin typeface="DejaVu Sans"/>
                <a:ea typeface="DejaVu Sans"/>
                <a:cs typeface="DejaVu Sans"/>
              </a:rPr>
              <a:t>Testing and final demonstration</a:t>
            </a:r>
          </a:p>
        </p:txBody>
      </p:sp>
      <p:sp>
        <p:nvSpPr>
          <p:cNvPr id="16" name="">
            <a:extLst xmlns:a="http://schemas.openxmlformats.org/drawingml/2006/main">
              <a:ext uri="{FF2B5EF4-FFF2-40B4-BE49-F238E27FC236}">
                <a16:creationId xmlns:a16="http://schemas.microsoft.com/office/drawing/2014/main" id="{67E17A5E-7196-4170-BED8-4F6E2312B2EC}"/>
              </a:ext>
            </a:extLst>
          </p:cNvPr>
          <p:cNvSpPr>
            <a:spLocks xmlns:a="http://schemas.openxmlformats.org/drawingml/2006/main" noGrp="1"/>
          </p:cNvSpPr>
          <p:nvPr/>
        </p:nvSpPr>
        <p:spPr>
          <a:xfrm xmlns:a="http://schemas.openxmlformats.org/drawingml/2006/main">
            <a:off x="2381250" y="5495925"/>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5F6E85"/>
                </a:solidFill>
                <a:latin typeface="DejaVu Sans"/>
                <a:ea typeface="DejaVu Sans"/>
                <a:cs typeface="DejaVu Sans"/>
              </a:defRPr>
            </a:defPPr>
            <a:lvl1pPr>
              <a:defRPr sz="1575" b="0">
                <a:solidFill>
                  <a:srgbClr val="5F6E85"/>
                </a:solidFill>
                <a:latin typeface="DejaVu Sans"/>
                <a:ea typeface="DejaVu Sans"/>
                <a:cs typeface="DejaVu Sans"/>
              </a:defRPr>
            </a:lvl1pPr>
            <a:lvl2pPr>
              <a:defRPr sz="1575" b="0">
                <a:solidFill>
                  <a:srgbClr val="5F6E85"/>
                </a:solidFill>
                <a:latin typeface="DejaVu Sans"/>
                <a:ea typeface="DejaVu Sans"/>
                <a:cs typeface="DejaVu Sans"/>
              </a:defRPr>
            </a:lvl2pPr>
            <a:lvl3pPr>
              <a:defRPr sz="1575" b="0">
                <a:solidFill>
                  <a:srgbClr val="5F6E85"/>
                </a:solidFill>
                <a:latin typeface="DejaVu Sans"/>
                <a:ea typeface="DejaVu Sans"/>
                <a:cs typeface="DejaVu Sans"/>
              </a:defRPr>
            </a:lvl3pPr>
            <a:lvl4pPr>
              <a:defRPr sz="1575" b="0">
                <a:solidFill>
                  <a:srgbClr val="5F6E85"/>
                </a:solidFill>
                <a:latin typeface="DejaVu Sans"/>
                <a:ea typeface="DejaVu Sans"/>
                <a:cs typeface="DejaVu Sans"/>
              </a:defRPr>
            </a:lvl4pPr>
            <a:lvl5pPr>
              <a:defRPr sz="1575" b="0">
                <a:solidFill>
                  <a:srgbClr val="5F6E85"/>
                </a:solidFill>
                <a:latin typeface="DejaVu Sans"/>
                <a:ea typeface="DejaVu Sans"/>
                <a:cs typeface="DejaVu Sans"/>
              </a:defRPr>
            </a:lvl5pPr>
            <a:lvl6pPr>
              <a:defRPr sz="1575" b="0">
                <a:solidFill>
                  <a:srgbClr val="5F6E85"/>
                </a:solidFill>
                <a:latin typeface="DejaVu Sans"/>
                <a:ea typeface="DejaVu Sans"/>
                <a:cs typeface="DejaVu Sans"/>
              </a:defRPr>
            </a:lvl6pPr>
            <a:lvl7pPr>
              <a:defRPr sz="1575" b="0">
                <a:solidFill>
                  <a:srgbClr val="5F6E85"/>
                </a:solidFill>
                <a:latin typeface="DejaVu Sans"/>
                <a:ea typeface="DejaVu Sans"/>
                <a:cs typeface="DejaVu Sans"/>
              </a:defRPr>
            </a:lvl7pPr>
            <a:lvl8pPr>
              <a:defRPr sz="1575" b="0">
                <a:solidFill>
                  <a:srgbClr val="5F6E85"/>
                </a:solidFill>
                <a:latin typeface="DejaVu Sans"/>
                <a:ea typeface="DejaVu Sans"/>
                <a:cs typeface="DejaVu Sans"/>
              </a:defRPr>
            </a:lvl8pPr>
            <a:lvl9pPr>
              <a:defRPr sz="1575" b="0">
                <a:solidFill>
                  <a:srgbClr val="5F6E85"/>
                </a:solidFill>
                <a:latin typeface="DejaVu Sans"/>
                <a:ea typeface="DejaVu Sans"/>
                <a:cs typeface="DejaVu Sans"/>
              </a:defRPr>
            </a:lvl9pPr>
          </a:lstStyle>
          <a:p xmlns:a="http://schemas.openxmlformats.org/drawingml/2006/main">
            <a:pPr>
              <a:defRPr sz="1575" b="0">
                <a:solidFill>
                  <a:srgbClr val="5F6E85"/>
                </a:solidFill>
                <a:latin typeface="DejaVu Sans"/>
                <a:ea typeface="DejaVu Sans"/>
                <a:cs typeface="DejaVu Sans"/>
              </a:defRPr>
            </a:pPr>
            <a:r>
              <a:rPr sz="1575" b="0">
                <a:solidFill>
                  <a:srgbClr val="5F6E85"/>
                </a:solidFill>
                <a:latin typeface="DejaVu Sans"/>
                <a:ea typeface="DejaVu Sans"/>
                <a:cs typeface="DejaVu Sans"/>
              </a:rPr>
              <a:t>Check layouts, links and security. Prepare the final demo.</a:t>
            </a:r>
          </a:p>
        </p:txBody>
      </p:sp>
    </p:spTree>
    <p:extLst>
      <p:ext uri="{BB962C8B-B14F-4D97-AF65-F5344CB8AC3E}">
        <p14:creationId xmlns:p14="http://schemas.microsoft.com/office/powerpoint/2010/main" val="1118184793"/>
      </p:ext>
    </p:extLst>
  </p:cSld>
</p:sld>
</file>

<file path=ppt/slides/slide11.xml><?xml version="1.0" encoding="utf-8"?>
<p:sld xmlns:p="http://schemas.openxmlformats.org/presentationml/2006/main">
  <p:cSld>
    <p:bg>
      <p:bgPr>
        <a:solidFill xmlns:a="http://schemas.openxmlformats.org/drawingml/2006/main">
          <a:srgbClr val="142B5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547CAF-3ED1-43DF-8A85-630BE3F6B59C}"/>
              </a:ext>
            </a:extLst>
          </p:cNvPr>
          <p:cNvSpPr>
            <a:spLocks xmlns:a="http://schemas.openxmlformats.org/drawingml/2006/main" noGrp="1"/>
          </p:cNvSpPr>
          <p:nvPr/>
        </p:nvSpPr>
        <p:spPr>
          <a:xfrm xmlns:a="http://schemas.openxmlformats.org/drawingml/2006/main">
            <a:off x="609600" y="33337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A9CAFF"/>
                </a:solidFill>
                <a:latin typeface="DejaVu Sans"/>
                <a:ea typeface="DejaVu Sans"/>
                <a:cs typeface="DejaVu Sans"/>
              </a:defRPr>
            </a:defPPr>
            <a:lvl1pPr>
              <a:defRPr sz="975" b="1">
                <a:solidFill>
                  <a:srgbClr val="A9CAFF"/>
                </a:solidFill>
                <a:latin typeface="DejaVu Sans"/>
                <a:ea typeface="DejaVu Sans"/>
                <a:cs typeface="DejaVu Sans"/>
              </a:defRPr>
            </a:lvl1pPr>
            <a:lvl2pPr>
              <a:defRPr sz="975" b="1">
                <a:solidFill>
                  <a:srgbClr val="A9CAFF"/>
                </a:solidFill>
                <a:latin typeface="DejaVu Sans"/>
                <a:ea typeface="DejaVu Sans"/>
                <a:cs typeface="DejaVu Sans"/>
              </a:defRPr>
            </a:lvl2pPr>
            <a:lvl3pPr>
              <a:defRPr sz="975" b="1">
                <a:solidFill>
                  <a:srgbClr val="A9CAFF"/>
                </a:solidFill>
                <a:latin typeface="DejaVu Sans"/>
                <a:ea typeface="DejaVu Sans"/>
                <a:cs typeface="DejaVu Sans"/>
              </a:defRPr>
            </a:lvl3pPr>
            <a:lvl4pPr>
              <a:defRPr sz="975" b="1">
                <a:solidFill>
                  <a:srgbClr val="A9CAFF"/>
                </a:solidFill>
                <a:latin typeface="DejaVu Sans"/>
                <a:ea typeface="DejaVu Sans"/>
                <a:cs typeface="DejaVu Sans"/>
              </a:defRPr>
            </a:lvl4pPr>
            <a:lvl5pPr>
              <a:defRPr sz="975" b="1">
                <a:solidFill>
                  <a:srgbClr val="A9CAFF"/>
                </a:solidFill>
                <a:latin typeface="DejaVu Sans"/>
                <a:ea typeface="DejaVu Sans"/>
                <a:cs typeface="DejaVu Sans"/>
              </a:defRPr>
            </a:lvl5pPr>
            <a:lvl6pPr>
              <a:defRPr sz="975" b="1">
                <a:solidFill>
                  <a:srgbClr val="A9CAFF"/>
                </a:solidFill>
                <a:latin typeface="DejaVu Sans"/>
                <a:ea typeface="DejaVu Sans"/>
                <a:cs typeface="DejaVu Sans"/>
              </a:defRPr>
            </a:lvl6pPr>
            <a:lvl7pPr>
              <a:defRPr sz="975" b="1">
                <a:solidFill>
                  <a:srgbClr val="A9CAFF"/>
                </a:solidFill>
                <a:latin typeface="DejaVu Sans"/>
                <a:ea typeface="DejaVu Sans"/>
                <a:cs typeface="DejaVu Sans"/>
              </a:defRPr>
            </a:lvl7pPr>
            <a:lvl8pPr>
              <a:defRPr sz="975" b="1">
                <a:solidFill>
                  <a:srgbClr val="A9CAFF"/>
                </a:solidFill>
                <a:latin typeface="DejaVu Sans"/>
                <a:ea typeface="DejaVu Sans"/>
                <a:cs typeface="DejaVu Sans"/>
              </a:defRPr>
            </a:lvl8pPr>
            <a:lvl9pPr>
              <a:defRPr sz="975" b="1">
                <a:solidFill>
                  <a:srgbClr val="A9CAFF"/>
                </a:solidFill>
                <a:latin typeface="DejaVu Sans"/>
                <a:ea typeface="DejaVu Sans"/>
                <a:cs typeface="DejaVu Sans"/>
              </a:defRPr>
            </a:lvl9pPr>
          </a:lstStyle>
          <a:p xmlns:a="http://schemas.openxmlformats.org/drawingml/2006/main">
            <a:pPr>
              <a:defRPr sz="975" b="1">
                <a:solidFill>
                  <a:srgbClr val="A9CAFF"/>
                </a:solidFill>
                <a:latin typeface="DejaVu Sans"/>
                <a:ea typeface="DejaVu Sans"/>
                <a:cs typeface="DejaVu Sans"/>
              </a:defRPr>
            </a:pPr>
            <a:r>
              <a:rPr sz="975" b="1">
                <a:solidFill>
                  <a:srgbClr val="A9CAFF"/>
                </a:solidFill>
                <a:latin typeface="DejaVu Sans"/>
                <a:ea typeface="DejaVu Sans"/>
                <a:cs typeface="DejaVu Sans"/>
              </a:rPr>
              <a:t>SOUTH ASIAN UNIVERSITY</a:t>
            </a:r>
          </a:p>
        </p:txBody>
      </p:sp>
      <p:sp>
        <p:nvSpPr>
          <p:cNvPr id="2" name="">
            <a:extLst xmlns:a="http://schemas.openxmlformats.org/drawingml/2006/main">
              <a:ext uri="{FF2B5EF4-FFF2-40B4-BE49-F238E27FC236}">
                <a16:creationId xmlns:a16="http://schemas.microsoft.com/office/drawing/2014/main" id="{9387D675-78D5-425C-96DB-0C9F704369B7}"/>
              </a:ext>
            </a:extLst>
          </p:cNvPr>
          <p:cNvSpPr>
            <a:spLocks xmlns:a="http://schemas.openxmlformats.org/drawingml/2006/main" noGrp="1"/>
          </p:cNvSpPr>
          <p:nvPr/>
        </p:nvSpPr>
        <p:spPr>
          <a:xfrm xmlns:a="http://schemas.openxmlformats.org/drawingml/2006/main">
            <a:off x="609600" y="904875"/>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Conclusion</a:t>
            </a:r>
          </a:p>
        </p:txBody>
      </p:sp>
      <p:sp>
        <p:nvSpPr>
          <p:cNvPr id="3" name="">
            <a:extLst xmlns:a="http://schemas.openxmlformats.org/drawingml/2006/main">
              <a:ext uri="{FF2B5EF4-FFF2-40B4-BE49-F238E27FC236}">
                <a16:creationId xmlns:a16="http://schemas.microsoft.com/office/drawing/2014/main" id="{FB69CF94-F7C7-4306-95DB-AED946ABD40C}"/>
              </a:ext>
            </a:extLst>
          </p:cNvPr>
          <p:cNvSpPr>
            <a:spLocks xmlns:a="http://schemas.openxmlformats.org/drawingml/2006/main" noGrp="1"/>
          </p:cNvSpPr>
          <p:nvPr/>
        </p:nvSpPr>
        <p:spPr>
          <a:xfrm xmlns:a="http://schemas.openxmlformats.org/drawingml/2006/main">
            <a:off x="10715625" y="63817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DCCE3"/>
                </a:solidFill>
                <a:latin typeface="DejaVu Sans"/>
                <a:ea typeface="DejaVu Sans"/>
                <a:cs typeface="DejaVu Sans"/>
              </a:defRPr>
            </a:defPPr>
            <a:lvl1pPr>
              <a:defRPr sz="975" b="0">
                <a:solidFill>
                  <a:srgbClr val="BDCCE3"/>
                </a:solidFill>
                <a:latin typeface="DejaVu Sans"/>
                <a:ea typeface="DejaVu Sans"/>
                <a:cs typeface="DejaVu Sans"/>
              </a:defRPr>
            </a:lvl1pPr>
            <a:lvl2pPr>
              <a:defRPr sz="975" b="0">
                <a:solidFill>
                  <a:srgbClr val="BDCCE3"/>
                </a:solidFill>
                <a:latin typeface="DejaVu Sans"/>
                <a:ea typeface="DejaVu Sans"/>
                <a:cs typeface="DejaVu Sans"/>
              </a:defRPr>
            </a:lvl2pPr>
            <a:lvl3pPr>
              <a:defRPr sz="975" b="0">
                <a:solidFill>
                  <a:srgbClr val="BDCCE3"/>
                </a:solidFill>
                <a:latin typeface="DejaVu Sans"/>
                <a:ea typeface="DejaVu Sans"/>
                <a:cs typeface="DejaVu Sans"/>
              </a:defRPr>
            </a:lvl3pPr>
            <a:lvl4pPr>
              <a:defRPr sz="975" b="0">
                <a:solidFill>
                  <a:srgbClr val="BDCCE3"/>
                </a:solidFill>
                <a:latin typeface="DejaVu Sans"/>
                <a:ea typeface="DejaVu Sans"/>
                <a:cs typeface="DejaVu Sans"/>
              </a:defRPr>
            </a:lvl4pPr>
            <a:lvl5pPr>
              <a:defRPr sz="975" b="0">
                <a:solidFill>
                  <a:srgbClr val="BDCCE3"/>
                </a:solidFill>
                <a:latin typeface="DejaVu Sans"/>
                <a:ea typeface="DejaVu Sans"/>
                <a:cs typeface="DejaVu Sans"/>
              </a:defRPr>
            </a:lvl5pPr>
            <a:lvl6pPr>
              <a:defRPr sz="975" b="0">
                <a:solidFill>
                  <a:srgbClr val="BDCCE3"/>
                </a:solidFill>
                <a:latin typeface="DejaVu Sans"/>
                <a:ea typeface="DejaVu Sans"/>
                <a:cs typeface="DejaVu Sans"/>
              </a:defRPr>
            </a:lvl6pPr>
            <a:lvl7pPr>
              <a:defRPr sz="975" b="0">
                <a:solidFill>
                  <a:srgbClr val="BDCCE3"/>
                </a:solidFill>
                <a:latin typeface="DejaVu Sans"/>
                <a:ea typeface="DejaVu Sans"/>
                <a:cs typeface="DejaVu Sans"/>
              </a:defRPr>
            </a:lvl7pPr>
            <a:lvl8pPr>
              <a:defRPr sz="975" b="0">
                <a:solidFill>
                  <a:srgbClr val="BDCCE3"/>
                </a:solidFill>
                <a:latin typeface="DejaVu Sans"/>
                <a:ea typeface="DejaVu Sans"/>
                <a:cs typeface="DejaVu Sans"/>
              </a:defRPr>
            </a:lvl8pPr>
            <a:lvl9pPr>
              <a:defRPr sz="975" b="0">
                <a:solidFill>
                  <a:srgbClr val="BDCCE3"/>
                </a:solidFill>
                <a:latin typeface="DejaVu Sans"/>
                <a:ea typeface="DejaVu Sans"/>
                <a:cs typeface="DejaVu Sans"/>
              </a:defRPr>
            </a:lvl9pPr>
          </a:lstStyle>
          <a:p xmlns:a="http://schemas.openxmlformats.org/drawingml/2006/main">
            <a:pPr>
              <a:defRPr sz="975" b="0">
                <a:solidFill>
                  <a:srgbClr val="BDCCE3"/>
                </a:solidFill>
                <a:latin typeface="DejaVu Sans"/>
                <a:ea typeface="DejaVu Sans"/>
                <a:cs typeface="DejaVu Sans"/>
              </a:defRPr>
            </a:pPr>
            <a:r>
              <a:rPr sz="975" b="0">
                <a:solidFill>
                  <a:srgbClr val="BDCCE3"/>
                </a:solidFill>
                <a:latin typeface="DejaVu Sans"/>
                <a:ea typeface="DejaVu Sans"/>
                <a:cs typeface="DejaVu Sans"/>
              </a:rPr>
              <a:t>11 / 11</a:t>
            </a:r>
          </a:p>
        </p:txBody>
      </p:sp>
      <p:sp>
        <p:nvSpPr>
          <p:cNvPr id="4" name="">
            <a:extLst xmlns:a="http://schemas.openxmlformats.org/drawingml/2006/main">
              <a:ext uri="{FF2B5EF4-FFF2-40B4-BE49-F238E27FC236}">
                <a16:creationId xmlns:a16="http://schemas.microsoft.com/office/drawing/2014/main" id="{AA22D996-32E1-4E97-9923-F1BC8AFAB6DA}"/>
              </a:ext>
            </a:extLst>
          </p:cNvPr>
          <p:cNvSpPr>
            <a:spLocks xmlns:a="http://schemas.openxmlformats.org/drawingml/2006/main" noGrp="1"/>
          </p:cNvSpPr>
          <p:nvPr/>
        </p:nvSpPr>
        <p:spPr>
          <a:xfrm xmlns:a="http://schemas.openxmlformats.org/drawingml/2006/main">
            <a:off x="666750" y="2333625"/>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FFFFFF"/>
                </a:solidFill>
                <a:latin typeface="DejaVu Sans"/>
                <a:ea typeface="DejaVu Sans"/>
                <a:cs typeface="DejaVu Sans"/>
              </a:defRPr>
            </a:defPPr>
            <a:lvl1pPr>
              <a:defRPr sz="2775" b="1">
                <a:solidFill>
                  <a:srgbClr val="FFFFFF"/>
                </a:solidFill>
                <a:latin typeface="DejaVu Sans"/>
                <a:ea typeface="DejaVu Sans"/>
                <a:cs typeface="DejaVu Sans"/>
              </a:defRPr>
            </a:lvl1pPr>
            <a:lvl2pPr>
              <a:defRPr sz="2775" b="1">
                <a:solidFill>
                  <a:srgbClr val="FFFFFF"/>
                </a:solidFill>
                <a:latin typeface="DejaVu Sans"/>
                <a:ea typeface="DejaVu Sans"/>
                <a:cs typeface="DejaVu Sans"/>
              </a:defRPr>
            </a:lvl2pPr>
            <a:lvl3pPr>
              <a:defRPr sz="2775" b="1">
                <a:solidFill>
                  <a:srgbClr val="FFFFFF"/>
                </a:solidFill>
                <a:latin typeface="DejaVu Sans"/>
                <a:ea typeface="DejaVu Sans"/>
                <a:cs typeface="DejaVu Sans"/>
              </a:defRPr>
            </a:lvl3pPr>
            <a:lvl4pPr>
              <a:defRPr sz="2775" b="1">
                <a:solidFill>
                  <a:srgbClr val="FFFFFF"/>
                </a:solidFill>
                <a:latin typeface="DejaVu Sans"/>
                <a:ea typeface="DejaVu Sans"/>
                <a:cs typeface="DejaVu Sans"/>
              </a:defRPr>
            </a:lvl4pPr>
            <a:lvl5pPr>
              <a:defRPr sz="2775" b="1">
                <a:solidFill>
                  <a:srgbClr val="FFFFFF"/>
                </a:solidFill>
                <a:latin typeface="DejaVu Sans"/>
                <a:ea typeface="DejaVu Sans"/>
                <a:cs typeface="DejaVu Sans"/>
              </a:defRPr>
            </a:lvl5pPr>
            <a:lvl6pPr>
              <a:defRPr sz="2775" b="1">
                <a:solidFill>
                  <a:srgbClr val="FFFFFF"/>
                </a:solidFill>
                <a:latin typeface="DejaVu Sans"/>
                <a:ea typeface="DejaVu Sans"/>
                <a:cs typeface="DejaVu Sans"/>
              </a:defRPr>
            </a:lvl6pPr>
            <a:lvl7pPr>
              <a:defRPr sz="2775" b="1">
                <a:solidFill>
                  <a:srgbClr val="FFFFFF"/>
                </a:solidFill>
                <a:latin typeface="DejaVu Sans"/>
                <a:ea typeface="DejaVu Sans"/>
                <a:cs typeface="DejaVu Sans"/>
              </a:defRPr>
            </a:lvl7pPr>
            <a:lvl8pPr>
              <a:defRPr sz="2775" b="1">
                <a:solidFill>
                  <a:srgbClr val="FFFFFF"/>
                </a:solidFill>
                <a:latin typeface="DejaVu Sans"/>
                <a:ea typeface="DejaVu Sans"/>
                <a:cs typeface="DejaVu Sans"/>
              </a:defRPr>
            </a:lvl8pPr>
            <a:lvl9pPr>
              <a:defRPr sz="2775" b="1">
                <a:solidFill>
                  <a:srgbClr val="FFFFFF"/>
                </a:solidFill>
                <a:latin typeface="DejaVu Sans"/>
                <a:ea typeface="DejaVu Sans"/>
                <a:cs typeface="DejaVu Sans"/>
              </a:defRPr>
            </a:lvl9pPr>
          </a:lstStyle>
          <a:p xmlns:a="http://schemas.openxmlformats.org/drawingml/2006/main">
            <a:pPr>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Homepage completed</a:t>
            </a:r>
          </a:p>
        </p:txBody>
      </p:sp>
      <p:sp>
        <p:nvSpPr>
          <p:cNvPr id="5" name="">
            <a:extLst xmlns:a="http://schemas.openxmlformats.org/drawingml/2006/main">
              <a:ext uri="{FF2B5EF4-FFF2-40B4-BE49-F238E27FC236}">
                <a16:creationId xmlns:a16="http://schemas.microsoft.com/office/drawing/2014/main" id="{142C908D-CABE-4B74-BD98-31C336AA9A60}"/>
              </a:ext>
            </a:extLst>
          </p:cNvPr>
          <p:cNvSpPr>
            <a:spLocks xmlns:a="http://schemas.openxmlformats.org/drawingml/2006/main" noGrp="1"/>
          </p:cNvSpPr>
          <p:nvPr/>
        </p:nvSpPr>
        <p:spPr>
          <a:xfrm xmlns:a="http://schemas.openxmlformats.org/drawingml/2006/main">
            <a:off x="666750" y="3095625"/>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D4E0F3"/>
                </a:solidFill>
                <a:latin typeface="DejaVu Sans"/>
                <a:ea typeface="DejaVu Sans"/>
                <a:cs typeface="DejaVu Sans"/>
              </a:defRPr>
            </a:defPPr>
            <a:lvl1pPr>
              <a:defRPr sz="2025" b="0">
                <a:solidFill>
                  <a:srgbClr val="D4E0F3"/>
                </a:solidFill>
                <a:latin typeface="DejaVu Sans"/>
                <a:ea typeface="DejaVu Sans"/>
                <a:cs typeface="DejaVu Sans"/>
              </a:defRPr>
            </a:lvl1pPr>
            <a:lvl2pPr>
              <a:defRPr sz="2025" b="0">
                <a:solidFill>
                  <a:srgbClr val="D4E0F3"/>
                </a:solidFill>
                <a:latin typeface="DejaVu Sans"/>
                <a:ea typeface="DejaVu Sans"/>
                <a:cs typeface="DejaVu Sans"/>
              </a:defRPr>
            </a:lvl2pPr>
            <a:lvl3pPr>
              <a:defRPr sz="2025" b="0">
                <a:solidFill>
                  <a:srgbClr val="D4E0F3"/>
                </a:solidFill>
                <a:latin typeface="DejaVu Sans"/>
                <a:ea typeface="DejaVu Sans"/>
                <a:cs typeface="DejaVu Sans"/>
              </a:defRPr>
            </a:lvl3pPr>
            <a:lvl4pPr>
              <a:defRPr sz="2025" b="0">
                <a:solidFill>
                  <a:srgbClr val="D4E0F3"/>
                </a:solidFill>
                <a:latin typeface="DejaVu Sans"/>
                <a:ea typeface="DejaVu Sans"/>
                <a:cs typeface="DejaVu Sans"/>
              </a:defRPr>
            </a:lvl4pPr>
            <a:lvl5pPr>
              <a:defRPr sz="2025" b="0">
                <a:solidFill>
                  <a:srgbClr val="D4E0F3"/>
                </a:solidFill>
                <a:latin typeface="DejaVu Sans"/>
                <a:ea typeface="DejaVu Sans"/>
                <a:cs typeface="DejaVu Sans"/>
              </a:defRPr>
            </a:lvl5pPr>
            <a:lvl6pPr>
              <a:defRPr sz="2025" b="0">
                <a:solidFill>
                  <a:srgbClr val="D4E0F3"/>
                </a:solidFill>
                <a:latin typeface="DejaVu Sans"/>
                <a:ea typeface="DejaVu Sans"/>
                <a:cs typeface="DejaVu Sans"/>
              </a:defRPr>
            </a:lvl6pPr>
            <a:lvl7pPr>
              <a:defRPr sz="2025" b="0">
                <a:solidFill>
                  <a:srgbClr val="D4E0F3"/>
                </a:solidFill>
                <a:latin typeface="DejaVu Sans"/>
                <a:ea typeface="DejaVu Sans"/>
                <a:cs typeface="DejaVu Sans"/>
              </a:defRPr>
            </a:lvl7pPr>
            <a:lvl8pPr>
              <a:defRPr sz="2025" b="0">
                <a:solidFill>
                  <a:srgbClr val="D4E0F3"/>
                </a:solidFill>
                <a:latin typeface="DejaVu Sans"/>
                <a:ea typeface="DejaVu Sans"/>
                <a:cs typeface="DejaVu Sans"/>
              </a:defRPr>
            </a:lvl8pPr>
            <a:lvl9pPr>
              <a:defRPr sz="2025" b="0">
                <a:solidFill>
                  <a:srgbClr val="D4E0F3"/>
                </a:solidFill>
                <a:latin typeface="DejaVu Sans"/>
                <a:ea typeface="DejaVu Sans"/>
                <a:cs typeface="DejaVu Sans"/>
              </a:defRPr>
            </a:lvl9pPr>
          </a:lstStyle>
          <a:p xmlns:a="http://schemas.openxmlformats.org/drawingml/2006/main">
            <a:pPr>
              <a:defRPr sz="2025" b="0">
                <a:solidFill>
                  <a:srgbClr val="D4E0F3"/>
                </a:solidFill>
                <a:latin typeface="DejaVu Sans"/>
                <a:ea typeface="DejaVu Sans"/>
                <a:cs typeface="DejaVu Sans"/>
              </a:defRPr>
            </a:pPr>
            <a:r>
              <a:rPr sz="2025" b="0">
                <a:solidFill>
                  <a:srgbClr val="D4E0F3"/>
                </a:solidFill>
                <a:latin typeface="DejaVu Sans"/>
                <a:ea typeface="DejaVu Sans"/>
                <a:cs typeface="DejaVu Sans"/>
              </a:rPr>
              <a:t>HTML and CSS provide the current interface.</a:t>
            </a:r>
          </a:p>
        </p:txBody>
      </p:sp>
      <p:sp>
        <p:nvSpPr>
          <p:cNvPr id="6" name="">
            <a:extLst xmlns:a="http://schemas.openxmlformats.org/drawingml/2006/main">
              <a:ext uri="{FF2B5EF4-FFF2-40B4-BE49-F238E27FC236}">
                <a16:creationId xmlns:a16="http://schemas.microsoft.com/office/drawing/2014/main" id="{2FC579F4-F98D-4B88-B36F-910F2CA31113}"/>
              </a:ext>
            </a:extLst>
          </p:cNvPr>
          <p:cNvSpPr>
            <a:spLocks xmlns:a="http://schemas.openxmlformats.org/drawingml/2006/main" noGrp="1"/>
          </p:cNvSpPr>
          <p:nvPr/>
        </p:nvSpPr>
        <p:spPr>
          <a:xfrm xmlns:a="http://schemas.openxmlformats.org/drawingml/2006/main">
            <a:off x="666750" y="4191000"/>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EFC16B"/>
                </a:solidFill>
                <a:latin typeface="DejaVu Sans"/>
                <a:ea typeface="DejaVu Sans"/>
                <a:cs typeface="DejaVu Sans"/>
              </a:defRPr>
            </a:defPPr>
            <a:lvl1pPr>
              <a:defRPr sz="2550" b="1">
                <a:solidFill>
                  <a:srgbClr val="EFC16B"/>
                </a:solidFill>
                <a:latin typeface="DejaVu Sans"/>
                <a:ea typeface="DejaVu Sans"/>
                <a:cs typeface="DejaVu Sans"/>
              </a:defRPr>
            </a:lvl1pPr>
            <a:lvl2pPr>
              <a:defRPr sz="2550" b="1">
                <a:solidFill>
                  <a:srgbClr val="EFC16B"/>
                </a:solidFill>
                <a:latin typeface="DejaVu Sans"/>
                <a:ea typeface="DejaVu Sans"/>
                <a:cs typeface="DejaVu Sans"/>
              </a:defRPr>
            </a:lvl2pPr>
            <a:lvl3pPr>
              <a:defRPr sz="2550" b="1">
                <a:solidFill>
                  <a:srgbClr val="EFC16B"/>
                </a:solidFill>
                <a:latin typeface="DejaVu Sans"/>
                <a:ea typeface="DejaVu Sans"/>
                <a:cs typeface="DejaVu Sans"/>
              </a:defRPr>
            </a:lvl3pPr>
            <a:lvl4pPr>
              <a:defRPr sz="2550" b="1">
                <a:solidFill>
                  <a:srgbClr val="EFC16B"/>
                </a:solidFill>
                <a:latin typeface="DejaVu Sans"/>
                <a:ea typeface="DejaVu Sans"/>
                <a:cs typeface="DejaVu Sans"/>
              </a:defRPr>
            </a:lvl4pPr>
            <a:lvl5pPr>
              <a:defRPr sz="2550" b="1">
                <a:solidFill>
                  <a:srgbClr val="EFC16B"/>
                </a:solidFill>
                <a:latin typeface="DejaVu Sans"/>
                <a:ea typeface="DejaVu Sans"/>
                <a:cs typeface="DejaVu Sans"/>
              </a:defRPr>
            </a:lvl5pPr>
            <a:lvl6pPr>
              <a:defRPr sz="2550" b="1">
                <a:solidFill>
                  <a:srgbClr val="EFC16B"/>
                </a:solidFill>
                <a:latin typeface="DejaVu Sans"/>
                <a:ea typeface="DejaVu Sans"/>
                <a:cs typeface="DejaVu Sans"/>
              </a:defRPr>
            </a:lvl6pPr>
            <a:lvl7pPr>
              <a:defRPr sz="2550" b="1">
                <a:solidFill>
                  <a:srgbClr val="EFC16B"/>
                </a:solidFill>
                <a:latin typeface="DejaVu Sans"/>
                <a:ea typeface="DejaVu Sans"/>
                <a:cs typeface="DejaVu Sans"/>
              </a:defRPr>
            </a:lvl7pPr>
            <a:lvl8pPr>
              <a:defRPr sz="2550" b="1">
                <a:solidFill>
                  <a:srgbClr val="EFC16B"/>
                </a:solidFill>
                <a:latin typeface="DejaVu Sans"/>
                <a:ea typeface="DejaVu Sans"/>
                <a:cs typeface="DejaVu Sans"/>
              </a:defRPr>
            </a:lvl8pPr>
            <a:lvl9pPr>
              <a:defRPr sz="2550" b="1">
                <a:solidFill>
                  <a:srgbClr val="EFC16B"/>
                </a:solidFill>
                <a:latin typeface="DejaVu Sans"/>
                <a:ea typeface="DejaVu Sans"/>
                <a:cs typeface="DejaVu Sans"/>
              </a:defRPr>
            </a:lvl9pPr>
          </a:lstStyle>
          <a:p xmlns:a="http://schemas.openxmlformats.org/drawingml/2006/main">
            <a:pPr>
              <a:defRPr sz="2550" b="1">
                <a:solidFill>
                  <a:srgbClr val="EFC16B"/>
                </a:solidFill>
                <a:latin typeface="DejaVu Sans"/>
                <a:ea typeface="DejaVu Sans"/>
                <a:cs typeface="DejaVu Sans"/>
              </a:defRPr>
            </a:pPr>
            <a:r>
              <a:rPr sz="2550" b="1">
                <a:solidFill>
                  <a:srgbClr val="EFC16B"/>
                </a:solidFill>
                <a:latin typeface="DejaVu Sans"/>
                <a:ea typeface="DejaVu Sans"/>
                <a:cs typeface="DejaVu Sans"/>
              </a:rPr>
              <a:t>Dynamic development comes next</a:t>
            </a:r>
          </a:p>
        </p:txBody>
      </p:sp>
      <p:sp>
        <p:nvSpPr>
          <p:cNvPr id="7" name="">
            <a:extLst xmlns:a="http://schemas.openxmlformats.org/drawingml/2006/main">
              <a:ext uri="{FF2B5EF4-FFF2-40B4-BE49-F238E27FC236}">
                <a16:creationId xmlns:a16="http://schemas.microsoft.com/office/drawing/2014/main" id="{38D4679B-972B-4B7B-9CC1-33DCDD0E3744}"/>
              </a:ext>
            </a:extLst>
          </p:cNvPr>
          <p:cNvSpPr>
            <a:spLocks xmlns:a="http://schemas.openxmlformats.org/drawingml/2006/main" noGrp="1"/>
          </p:cNvSpPr>
          <p:nvPr/>
        </p:nvSpPr>
        <p:spPr>
          <a:xfrm xmlns:a="http://schemas.openxmlformats.org/drawingml/2006/main">
            <a:off x="666750" y="4905375"/>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D4E0F3"/>
                </a:solidFill>
                <a:latin typeface="DejaVu Sans"/>
                <a:ea typeface="DejaVu Sans"/>
                <a:cs typeface="DejaVu Sans"/>
              </a:defRPr>
            </a:defPPr>
            <a:lvl1pPr>
              <a:defRPr sz="2025" b="0">
                <a:solidFill>
                  <a:srgbClr val="D4E0F3"/>
                </a:solidFill>
                <a:latin typeface="DejaVu Sans"/>
                <a:ea typeface="DejaVu Sans"/>
                <a:cs typeface="DejaVu Sans"/>
              </a:defRPr>
            </a:lvl1pPr>
            <a:lvl2pPr>
              <a:defRPr sz="2025" b="0">
                <a:solidFill>
                  <a:srgbClr val="D4E0F3"/>
                </a:solidFill>
                <a:latin typeface="DejaVu Sans"/>
                <a:ea typeface="DejaVu Sans"/>
                <a:cs typeface="DejaVu Sans"/>
              </a:defRPr>
            </a:lvl2pPr>
            <a:lvl3pPr>
              <a:defRPr sz="2025" b="0">
                <a:solidFill>
                  <a:srgbClr val="D4E0F3"/>
                </a:solidFill>
                <a:latin typeface="DejaVu Sans"/>
                <a:ea typeface="DejaVu Sans"/>
                <a:cs typeface="DejaVu Sans"/>
              </a:defRPr>
            </a:lvl3pPr>
            <a:lvl4pPr>
              <a:defRPr sz="2025" b="0">
                <a:solidFill>
                  <a:srgbClr val="D4E0F3"/>
                </a:solidFill>
                <a:latin typeface="DejaVu Sans"/>
                <a:ea typeface="DejaVu Sans"/>
                <a:cs typeface="DejaVu Sans"/>
              </a:defRPr>
            </a:lvl4pPr>
            <a:lvl5pPr>
              <a:defRPr sz="2025" b="0">
                <a:solidFill>
                  <a:srgbClr val="D4E0F3"/>
                </a:solidFill>
                <a:latin typeface="DejaVu Sans"/>
                <a:ea typeface="DejaVu Sans"/>
                <a:cs typeface="DejaVu Sans"/>
              </a:defRPr>
            </a:lvl5pPr>
            <a:lvl6pPr>
              <a:defRPr sz="2025" b="0">
                <a:solidFill>
                  <a:srgbClr val="D4E0F3"/>
                </a:solidFill>
                <a:latin typeface="DejaVu Sans"/>
                <a:ea typeface="DejaVu Sans"/>
                <a:cs typeface="DejaVu Sans"/>
              </a:defRPr>
            </a:lvl6pPr>
            <a:lvl7pPr>
              <a:defRPr sz="2025" b="0">
                <a:solidFill>
                  <a:srgbClr val="D4E0F3"/>
                </a:solidFill>
                <a:latin typeface="DejaVu Sans"/>
                <a:ea typeface="DejaVu Sans"/>
                <a:cs typeface="DejaVu Sans"/>
              </a:defRPr>
            </a:lvl7pPr>
            <a:lvl8pPr>
              <a:defRPr sz="2025" b="0">
                <a:solidFill>
                  <a:srgbClr val="D4E0F3"/>
                </a:solidFill>
                <a:latin typeface="DejaVu Sans"/>
                <a:ea typeface="DejaVu Sans"/>
                <a:cs typeface="DejaVu Sans"/>
              </a:defRPr>
            </a:lvl8pPr>
            <a:lvl9pPr>
              <a:defRPr sz="2025" b="0">
                <a:solidFill>
                  <a:srgbClr val="D4E0F3"/>
                </a:solidFill>
                <a:latin typeface="DejaVu Sans"/>
                <a:ea typeface="DejaVu Sans"/>
                <a:cs typeface="DejaVu Sans"/>
              </a:defRPr>
            </a:lvl9pPr>
          </a:lstStyle>
          <a:p xmlns:a="http://schemas.openxmlformats.org/drawingml/2006/main">
            <a:pPr>
              <a:defRPr sz="2025" b="0">
                <a:solidFill>
                  <a:srgbClr val="D4E0F3"/>
                </a:solidFill>
                <a:latin typeface="DejaVu Sans"/>
                <a:ea typeface="DejaVu Sans"/>
                <a:cs typeface="DejaVu Sans"/>
              </a:defRPr>
            </a:pPr>
            <a:r>
              <a:rPr sz="2025" b="0">
                <a:solidFill>
                  <a:srgbClr val="D4E0F3"/>
                </a:solidFill>
                <a:latin typeface="DejaVu Sans"/>
                <a:ea typeface="DejaVu Sans"/>
                <a:cs typeface="DejaVu Sans"/>
              </a:rPr>
              <a:t>PHP and MySQL will support content updates.</a:t>
            </a:r>
          </a:p>
        </p:txBody>
      </p:sp>
      <p:sp>
        <p:nvSpPr>
          <p:cNvPr id="8" name="">
            <a:extLst xmlns:a="http://schemas.openxmlformats.org/drawingml/2006/main">
              <a:ext uri="{FF2B5EF4-FFF2-40B4-BE49-F238E27FC236}">
                <a16:creationId xmlns:a16="http://schemas.microsoft.com/office/drawing/2014/main" id="{7CE898F4-9C49-49ED-8E30-F11146352DEC}"/>
              </a:ext>
            </a:extLst>
          </p:cNvPr>
          <p:cNvSpPr>
            <a:spLocks xmlns:a="http://schemas.openxmlformats.org/drawingml/2006/main" noGrp="1"/>
          </p:cNvSpPr>
          <p:nvPr/>
        </p:nvSpPr>
        <p:spPr>
          <a:xfrm xmlns:a="http://schemas.openxmlformats.org/drawingml/2006/main">
            <a:off x="666750" y="590550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A9CAFF"/>
                </a:solidFill>
                <a:latin typeface="DejaVu Sans"/>
                <a:ea typeface="DejaVu Sans"/>
                <a:cs typeface="DejaVu Sans"/>
              </a:defRPr>
            </a:defPPr>
            <a:lvl1pPr>
              <a:defRPr sz="1725" b="0">
                <a:solidFill>
                  <a:srgbClr val="A9CAFF"/>
                </a:solidFill>
                <a:latin typeface="DejaVu Sans"/>
                <a:ea typeface="DejaVu Sans"/>
                <a:cs typeface="DejaVu Sans"/>
              </a:defRPr>
            </a:lvl1pPr>
            <a:lvl2pPr>
              <a:defRPr sz="1725" b="0">
                <a:solidFill>
                  <a:srgbClr val="A9CAFF"/>
                </a:solidFill>
                <a:latin typeface="DejaVu Sans"/>
                <a:ea typeface="DejaVu Sans"/>
                <a:cs typeface="DejaVu Sans"/>
              </a:defRPr>
            </a:lvl2pPr>
            <a:lvl3pPr>
              <a:defRPr sz="1725" b="0">
                <a:solidFill>
                  <a:srgbClr val="A9CAFF"/>
                </a:solidFill>
                <a:latin typeface="DejaVu Sans"/>
                <a:ea typeface="DejaVu Sans"/>
                <a:cs typeface="DejaVu Sans"/>
              </a:defRPr>
            </a:lvl3pPr>
            <a:lvl4pPr>
              <a:defRPr sz="1725" b="0">
                <a:solidFill>
                  <a:srgbClr val="A9CAFF"/>
                </a:solidFill>
                <a:latin typeface="DejaVu Sans"/>
                <a:ea typeface="DejaVu Sans"/>
                <a:cs typeface="DejaVu Sans"/>
              </a:defRPr>
            </a:lvl4pPr>
            <a:lvl5pPr>
              <a:defRPr sz="1725" b="0">
                <a:solidFill>
                  <a:srgbClr val="A9CAFF"/>
                </a:solidFill>
                <a:latin typeface="DejaVu Sans"/>
                <a:ea typeface="DejaVu Sans"/>
                <a:cs typeface="DejaVu Sans"/>
              </a:defRPr>
            </a:lvl5pPr>
            <a:lvl6pPr>
              <a:defRPr sz="1725" b="0">
                <a:solidFill>
                  <a:srgbClr val="A9CAFF"/>
                </a:solidFill>
                <a:latin typeface="DejaVu Sans"/>
                <a:ea typeface="DejaVu Sans"/>
                <a:cs typeface="DejaVu Sans"/>
              </a:defRPr>
            </a:lvl6pPr>
            <a:lvl7pPr>
              <a:defRPr sz="1725" b="0">
                <a:solidFill>
                  <a:srgbClr val="A9CAFF"/>
                </a:solidFill>
                <a:latin typeface="DejaVu Sans"/>
                <a:ea typeface="DejaVu Sans"/>
                <a:cs typeface="DejaVu Sans"/>
              </a:defRPr>
            </a:lvl7pPr>
            <a:lvl8pPr>
              <a:defRPr sz="1725" b="0">
                <a:solidFill>
                  <a:srgbClr val="A9CAFF"/>
                </a:solidFill>
                <a:latin typeface="DejaVu Sans"/>
                <a:ea typeface="DejaVu Sans"/>
                <a:cs typeface="DejaVu Sans"/>
              </a:defRPr>
            </a:lvl8pPr>
            <a:lvl9pPr>
              <a:defRPr sz="1725" b="0">
                <a:solidFill>
                  <a:srgbClr val="A9CAFF"/>
                </a:solidFill>
                <a:latin typeface="DejaVu Sans"/>
                <a:ea typeface="DejaVu Sans"/>
                <a:cs typeface="DejaVu Sans"/>
              </a:defRPr>
            </a:lvl9pPr>
          </a:lstStyle>
          <a:p xmlns:a="http://schemas.openxmlformats.org/drawingml/2006/main">
            <a:pPr>
              <a:defRPr sz="1725" b="0">
                <a:solidFill>
                  <a:srgbClr val="A9CAFF"/>
                </a:solidFill>
                <a:latin typeface="DejaVu Sans"/>
                <a:ea typeface="DejaVu Sans"/>
                <a:cs typeface="DejaVu Sans"/>
              </a:defRPr>
            </a:pPr>
            <a:r>
              <a:rPr sz="1725" b="0">
                <a:solidFill>
                  <a:srgbClr val="A9CAFF"/>
                </a:solidFill>
                <a:latin typeface="DejaVu Sans"/>
                <a:ea typeface="DejaVu Sans"/>
                <a:cs typeface="DejaVu Sans"/>
              </a:rPr>
              <a:t>Thank you. Questions are welcome.</a:t>
            </a:r>
          </a:p>
        </p:txBody>
      </p:sp>
    </p:spTree>
    <p:extLst>
      <p:ext uri="{BB962C8B-B14F-4D97-AF65-F5344CB8AC3E}">
        <p14:creationId xmlns:p14="http://schemas.microsoft.com/office/powerpoint/2010/main" val="10218457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2026-10-25T19:07:48.9920000Z</dcterms:created>
  <dcterms:modified xsi:type="dcterms:W3CDTF">2026-10-25T19:07:48.9920000Z</dcterms:modified>
</coreProperties>
</file>